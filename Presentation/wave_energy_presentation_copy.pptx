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56" r:id="rId2"/>
    <p:sldId id="257" r:id="rId3"/>
    <p:sldId id="258" r:id="rId4"/>
    <p:sldId id="259" r:id="rId5"/>
    <p:sldId id="261" r:id="rId6"/>
    <p:sldId id="275" r:id="rId7"/>
    <p:sldId id="276" r:id="rId8"/>
    <p:sldId id="277" r:id="rId9"/>
    <p:sldId id="278" r:id="rId10"/>
    <p:sldId id="280" r:id="rId11"/>
    <p:sldId id="279" r:id="rId12"/>
    <p:sldId id="281" r:id="rId13"/>
    <p:sldId id="260" r:id="rId14"/>
    <p:sldId id="270" r:id="rId15"/>
    <p:sldId id="271" r:id="rId16"/>
    <p:sldId id="272" r:id="rId17"/>
    <p:sldId id="273" r:id="rId18"/>
    <p:sldId id="274" r:id="rId19"/>
    <p:sldId id="282" r:id="rId20"/>
    <p:sldId id="267" r:id="rId21"/>
    <p:sldId id="269"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EBF3"/>
    <a:srgbClr val="FFFFFF"/>
    <a:srgbClr val="BED4E4"/>
    <a:srgbClr val="F1F6F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4D34C1-8829-43DA-83BB-4E0C2023A897}" v="3355" dt="2026-04-13T12:31:28.4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6" d="100"/>
          <a:sy n="86" d="100"/>
        </p:scale>
        <p:origin x="533"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 Schuster Bruce" userId="c42289d1-a3e5-485c-a3fe-df854c552fdb" providerId="ADAL" clId="{9A8B4455-0AA2-47B2-AC41-2D20ECF78631}"/>
    <pc:docChg chg="undo custSel addSld modSld">
      <pc:chgData name="Ed Schuster Bruce" userId="c42289d1-a3e5-485c-a3fe-df854c552fdb" providerId="ADAL" clId="{9A8B4455-0AA2-47B2-AC41-2D20ECF78631}" dt="2026-04-13T12:35:24.051" v="6762" actId="20577"/>
      <pc:docMkLst>
        <pc:docMk/>
      </pc:docMkLst>
      <pc:sldChg chg="addSp delSp modSp mod setBg">
        <pc:chgData name="Ed Schuster Bruce" userId="c42289d1-a3e5-485c-a3fe-df854c552fdb" providerId="ADAL" clId="{9A8B4455-0AA2-47B2-AC41-2D20ECF78631}" dt="2026-04-13T08:15:06.621" v="36" actId="20577"/>
        <pc:sldMkLst>
          <pc:docMk/>
          <pc:sldMk cId="0" sldId="256"/>
        </pc:sldMkLst>
        <pc:spChg chg="mod">
          <ac:chgData name="Ed Schuster Bruce" userId="c42289d1-a3e5-485c-a3fe-df854c552fdb" providerId="ADAL" clId="{9A8B4455-0AA2-47B2-AC41-2D20ECF78631}" dt="2026-04-13T08:14:47.456" v="26" actId="20577"/>
          <ac:spMkLst>
            <pc:docMk/>
            <pc:sldMk cId="0" sldId="256"/>
            <ac:spMk id="2" creationId="{00000000-0000-0000-0000-000000000000}"/>
          </ac:spMkLst>
        </pc:spChg>
        <pc:spChg chg="mod">
          <ac:chgData name="Ed Schuster Bruce" userId="c42289d1-a3e5-485c-a3fe-df854c552fdb" providerId="ADAL" clId="{9A8B4455-0AA2-47B2-AC41-2D20ECF78631}" dt="2026-04-13T08:15:06.621" v="36" actId="20577"/>
          <ac:spMkLst>
            <pc:docMk/>
            <pc:sldMk cId="0" sldId="256"/>
            <ac:spMk id="3" creationId="{00000000-0000-0000-0000-000000000000}"/>
          </ac:spMkLst>
        </pc:spChg>
        <pc:spChg chg="add del">
          <ac:chgData name="Ed Schuster Bruce" userId="c42289d1-a3e5-485c-a3fe-df854c552fdb" providerId="ADAL" clId="{9A8B4455-0AA2-47B2-AC41-2D20ECF78631}" dt="2026-04-13T08:14:13.247" v="9" actId="26606"/>
          <ac:spMkLst>
            <pc:docMk/>
            <pc:sldMk cId="0" sldId="256"/>
            <ac:spMk id="1031" creationId="{04812C46-200A-4DEB-A05E-3ED6C68C2387}"/>
          </ac:spMkLst>
        </pc:spChg>
        <pc:spChg chg="add del">
          <ac:chgData name="Ed Schuster Bruce" userId="c42289d1-a3e5-485c-a3fe-df854c552fdb" providerId="ADAL" clId="{9A8B4455-0AA2-47B2-AC41-2D20ECF78631}" dt="2026-04-13T08:14:13.247" v="9" actId="26606"/>
          <ac:spMkLst>
            <pc:docMk/>
            <pc:sldMk cId="0" sldId="256"/>
            <ac:spMk id="1033" creationId="{D1EA859B-E555-4109-94F3-6700E046E008}"/>
          </ac:spMkLst>
        </pc:spChg>
        <pc:spChg chg="add">
          <ac:chgData name="Ed Schuster Bruce" userId="c42289d1-a3e5-485c-a3fe-df854c552fdb" providerId="ADAL" clId="{9A8B4455-0AA2-47B2-AC41-2D20ECF78631}" dt="2026-04-13T08:14:13.247" v="9" actId="26606"/>
          <ac:spMkLst>
            <pc:docMk/>
            <pc:sldMk cId="0" sldId="256"/>
            <ac:spMk id="1038" creationId="{04812C46-200A-4DEB-A05E-3ED6C68C2387}"/>
          </ac:spMkLst>
        </pc:spChg>
        <pc:spChg chg="add">
          <ac:chgData name="Ed Schuster Bruce" userId="c42289d1-a3e5-485c-a3fe-df854c552fdb" providerId="ADAL" clId="{9A8B4455-0AA2-47B2-AC41-2D20ECF78631}" dt="2026-04-13T08:14:13.247" v="9" actId="26606"/>
          <ac:spMkLst>
            <pc:docMk/>
            <pc:sldMk cId="0" sldId="256"/>
            <ac:spMk id="1040" creationId="{D1EA859B-E555-4109-94F3-6700E046E008}"/>
          </ac:spMkLst>
        </pc:spChg>
        <pc:picChg chg="add mod ord">
          <ac:chgData name="Ed Schuster Bruce" userId="c42289d1-a3e5-485c-a3fe-df854c552fdb" providerId="ADAL" clId="{9A8B4455-0AA2-47B2-AC41-2D20ECF78631}" dt="2026-04-13T08:14:20.257" v="10" actId="14100"/>
          <ac:picMkLst>
            <pc:docMk/>
            <pc:sldMk cId="0" sldId="256"/>
            <ac:picMk id="1026" creationId="{2FDBE68B-5119-D897-6F2C-BD8F5942FAF1}"/>
          </ac:picMkLst>
        </pc:picChg>
      </pc:sldChg>
      <pc:sldChg chg="addSp delSp modSp mod setBg">
        <pc:chgData name="Ed Schuster Bruce" userId="c42289d1-a3e5-485c-a3fe-df854c552fdb" providerId="ADAL" clId="{9A8B4455-0AA2-47B2-AC41-2D20ECF78631}" dt="2026-04-13T08:15:32.632" v="37" actId="26606"/>
        <pc:sldMkLst>
          <pc:docMk/>
          <pc:sldMk cId="0" sldId="257"/>
        </pc:sldMkLst>
        <pc:spChg chg="mod">
          <ac:chgData name="Ed Schuster Bruce" userId="c42289d1-a3e5-485c-a3fe-df854c552fdb" providerId="ADAL" clId="{9A8B4455-0AA2-47B2-AC41-2D20ECF78631}" dt="2026-04-13T08:15:32.632" v="37" actId="26606"/>
          <ac:spMkLst>
            <pc:docMk/>
            <pc:sldMk cId="0" sldId="257"/>
            <ac:spMk id="2" creationId="{00000000-0000-0000-0000-000000000000}"/>
          </ac:spMkLst>
        </pc:spChg>
        <pc:spChg chg="del">
          <ac:chgData name="Ed Schuster Bruce" userId="c42289d1-a3e5-485c-a3fe-df854c552fdb" providerId="ADAL" clId="{9A8B4455-0AA2-47B2-AC41-2D20ECF78631}" dt="2026-04-13T08:15:32.632" v="37" actId="26606"/>
          <ac:spMkLst>
            <pc:docMk/>
            <pc:sldMk cId="0" sldId="257"/>
            <ac:spMk id="11" creationId="{257363FD-7E77-4145-9483-331A807ADF0E}"/>
          </ac:spMkLst>
        </pc:spChg>
        <pc:spChg chg="add">
          <ac:chgData name="Ed Schuster Bruce" userId="c42289d1-a3e5-485c-a3fe-df854c552fdb" providerId="ADAL" clId="{9A8B4455-0AA2-47B2-AC41-2D20ECF78631}" dt="2026-04-13T08:15:32.632" v="37" actId="26606"/>
          <ac:spMkLst>
            <pc:docMk/>
            <pc:sldMk cId="0" sldId="257"/>
            <ac:spMk id="16" creationId="{BACC6370-2D7E-4714-9D71-7542949D7D5D}"/>
          </ac:spMkLst>
        </pc:spChg>
        <pc:spChg chg="add">
          <ac:chgData name="Ed Schuster Bruce" userId="c42289d1-a3e5-485c-a3fe-df854c552fdb" providerId="ADAL" clId="{9A8B4455-0AA2-47B2-AC41-2D20ECF78631}" dt="2026-04-13T08:15:32.632" v="37" actId="26606"/>
          <ac:spMkLst>
            <pc:docMk/>
            <pc:sldMk cId="0" sldId="257"/>
            <ac:spMk id="18" creationId="{F68B3F68-107C-434F-AA38-110D5EA91B85}"/>
          </ac:spMkLst>
        </pc:spChg>
        <pc:spChg chg="add">
          <ac:chgData name="Ed Schuster Bruce" userId="c42289d1-a3e5-485c-a3fe-df854c552fdb" providerId="ADAL" clId="{9A8B4455-0AA2-47B2-AC41-2D20ECF78631}" dt="2026-04-13T08:15:32.632" v="37" actId="26606"/>
          <ac:spMkLst>
            <pc:docMk/>
            <pc:sldMk cId="0" sldId="257"/>
            <ac:spMk id="20" creationId="{AAD0DBB9-1A4B-4391-81D4-CB19F9AB918A}"/>
          </ac:spMkLst>
        </pc:spChg>
        <pc:spChg chg="add">
          <ac:chgData name="Ed Schuster Bruce" userId="c42289d1-a3e5-485c-a3fe-df854c552fdb" providerId="ADAL" clId="{9A8B4455-0AA2-47B2-AC41-2D20ECF78631}" dt="2026-04-13T08:15:32.632" v="37" actId="26606"/>
          <ac:spMkLst>
            <pc:docMk/>
            <pc:sldMk cId="0" sldId="257"/>
            <ac:spMk id="22" creationId="{063BBA22-50EA-4C4D-BE05-F1CE4E63AA56}"/>
          </ac:spMkLst>
        </pc:spChg>
        <pc:graphicFrameChg chg="mod modGraphic">
          <ac:chgData name="Ed Schuster Bruce" userId="c42289d1-a3e5-485c-a3fe-df854c552fdb" providerId="ADAL" clId="{9A8B4455-0AA2-47B2-AC41-2D20ECF78631}" dt="2026-04-13T08:15:32.632" v="37" actId="26606"/>
          <ac:graphicFrameMkLst>
            <pc:docMk/>
            <pc:sldMk cId="0" sldId="257"/>
            <ac:graphicFrameMk id="5" creationId="{30A69008-4E8A-DA04-EA9B-385EF1C0B0FE}"/>
          </ac:graphicFrameMkLst>
        </pc:graphicFrameChg>
      </pc:sldChg>
      <pc:sldChg chg="modSp mod">
        <pc:chgData name="Ed Schuster Bruce" userId="c42289d1-a3e5-485c-a3fe-df854c552fdb" providerId="ADAL" clId="{9A8B4455-0AA2-47B2-AC41-2D20ECF78631}" dt="2026-04-13T08:17:02.938" v="54" actId="20577"/>
        <pc:sldMkLst>
          <pc:docMk/>
          <pc:sldMk cId="0" sldId="258"/>
        </pc:sldMkLst>
        <pc:spChg chg="mod">
          <ac:chgData name="Ed Schuster Bruce" userId="c42289d1-a3e5-485c-a3fe-df854c552fdb" providerId="ADAL" clId="{9A8B4455-0AA2-47B2-AC41-2D20ECF78631}" dt="2026-04-13T08:17:02.938" v="54" actId="20577"/>
          <ac:spMkLst>
            <pc:docMk/>
            <pc:sldMk cId="0" sldId="258"/>
            <ac:spMk id="2" creationId="{00000000-0000-0000-0000-000000000000}"/>
          </ac:spMkLst>
        </pc:spChg>
      </pc:sldChg>
      <pc:sldChg chg="modSp mod">
        <pc:chgData name="Ed Schuster Bruce" userId="c42289d1-a3e5-485c-a3fe-df854c552fdb" providerId="ADAL" clId="{9A8B4455-0AA2-47B2-AC41-2D20ECF78631}" dt="2026-04-13T08:55:08.641" v="1801" actId="20577"/>
        <pc:sldMkLst>
          <pc:docMk/>
          <pc:sldMk cId="0" sldId="261"/>
        </pc:sldMkLst>
        <pc:spChg chg="mod">
          <ac:chgData name="Ed Schuster Bruce" userId="c42289d1-a3e5-485c-a3fe-df854c552fdb" providerId="ADAL" clId="{9A8B4455-0AA2-47B2-AC41-2D20ECF78631}" dt="2026-04-13T08:35:49.662" v="745" actId="20577"/>
          <ac:spMkLst>
            <pc:docMk/>
            <pc:sldMk cId="0" sldId="261"/>
            <ac:spMk id="2" creationId="{00000000-0000-0000-0000-000000000000}"/>
          </ac:spMkLst>
        </pc:spChg>
        <pc:spChg chg="mod">
          <ac:chgData name="Ed Schuster Bruce" userId="c42289d1-a3e5-485c-a3fe-df854c552fdb" providerId="ADAL" clId="{9A8B4455-0AA2-47B2-AC41-2D20ECF78631}" dt="2026-04-13T08:55:08.641" v="1801" actId="20577"/>
          <ac:spMkLst>
            <pc:docMk/>
            <pc:sldMk cId="0" sldId="261"/>
            <ac:spMk id="3" creationId="{00000000-0000-0000-0000-000000000000}"/>
          </ac:spMkLst>
        </pc:spChg>
      </pc:sldChg>
      <pc:sldChg chg="modSp mod">
        <pc:chgData name="Ed Schuster Bruce" userId="c42289d1-a3e5-485c-a3fe-df854c552fdb" providerId="ADAL" clId="{9A8B4455-0AA2-47B2-AC41-2D20ECF78631}" dt="2026-04-13T10:08:10.305" v="5400" actId="20577"/>
        <pc:sldMkLst>
          <pc:docMk/>
          <pc:sldMk cId="1816702450" sldId="270"/>
        </pc:sldMkLst>
        <pc:spChg chg="mod">
          <ac:chgData name="Ed Schuster Bruce" userId="c42289d1-a3e5-485c-a3fe-df854c552fdb" providerId="ADAL" clId="{9A8B4455-0AA2-47B2-AC41-2D20ECF78631}" dt="2026-04-13T10:07:19.578" v="5354" actId="20577"/>
          <ac:spMkLst>
            <pc:docMk/>
            <pc:sldMk cId="1816702450" sldId="270"/>
            <ac:spMk id="2" creationId="{9F9BECB5-292C-0FAC-BE94-DB7EA28D3F39}"/>
          </ac:spMkLst>
        </pc:spChg>
        <pc:spChg chg="mod">
          <ac:chgData name="Ed Schuster Bruce" userId="c42289d1-a3e5-485c-a3fe-df854c552fdb" providerId="ADAL" clId="{9A8B4455-0AA2-47B2-AC41-2D20ECF78631}" dt="2026-04-13T10:08:10.305" v="5400" actId="20577"/>
          <ac:spMkLst>
            <pc:docMk/>
            <pc:sldMk cId="1816702450" sldId="270"/>
            <ac:spMk id="3" creationId="{4FA8648E-2CC6-5C90-6D7F-7B4C6B84CEA7}"/>
          </ac:spMkLst>
        </pc:spChg>
      </pc:sldChg>
      <pc:sldChg chg="modSp mod">
        <pc:chgData name="Ed Schuster Bruce" userId="c42289d1-a3e5-485c-a3fe-df854c552fdb" providerId="ADAL" clId="{9A8B4455-0AA2-47B2-AC41-2D20ECF78631}" dt="2026-04-13T12:35:24.051" v="6762" actId="20577"/>
        <pc:sldMkLst>
          <pc:docMk/>
          <pc:sldMk cId="1666967590" sldId="271"/>
        </pc:sldMkLst>
        <pc:spChg chg="mod">
          <ac:chgData name="Ed Schuster Bruce" userId="c42289d1-a3e5-485c-a3fe-df854c552fdb" providerId="ADAL" clId="{9A8B4455-0AA2-47B2-AC41-2D20ECF78631}" dt="2026-04-13T12:35:24.051" v="6762" actId="20577"/>
          <ac:spMkLst>
            <pc:docMk/>
            <pc:sldMk cId="1666967590" sldId="271"/>
            <ac:spMk id="3" creationId="{58711827-53E6-D470-9DB2-DD5BC63D6AA5}"/>
          </ac:spMkLst>
        </pc:spChg>
      </pc:sldChg>
      <pc:sldChg chg="modSp new mod">
        <pc:chgData name="Ed Schuster Bruce" userId="c42289d1-a3e5-485c-a3fe-df854c552fdb" providerId="ADAL" clId="{9A8B4455-0AA2-47B2-AC41-2D20ECF78631}" dt="2026-04-13T09:27:34.083" v="3050" actId="113"/>
        <pc:sldMkLst>
          <pc:docMk/>
          <pc:sldMk cId="2399991856" sldId="275"/>
        </pc:sldMkLst>
        <pc:spChg chg="mod">
          <ac:chgData name="Ed Schuster Bruce" userId="c42289d1-a3e5-485c-a3fe-df854c552fdb" providerId="ADAL" clId="{9A8B4455-0AA2-47B2-AC41-2D20ECF78631}" dt="2026-04-13T08:40:41.645" v="961" actId="20577"/>
          <ac:spMkLst>
            <pc:docMk/>
            <pc:sldMk cId="2399991856" sldId="275"/>
            <ac:spMk id="2" creationId="{AFBAC6E9-EFD2-E372-4AD7-70E95781A38C}"/>
          </ac:spMkLst>
        </pc:spChg>
        <pc:spChg chg="mod">
          <ac:chgData name="Ed Schuster Bruce" userId="c42289d1-a3e5-485c-a3fe-df854c552fdb" providerId="ADAL" clId="{9A8B4455-0AA2-47B2-AC41-2D20ECF78631}" dt="2026-04-13T09:27:34.083" v="3050" actId="113"/>
          <ac:spMkLst>
            <pc:docMk/>
            <pc:sldMk cId="2399991856" sldId="275"/>
            <ac:spMk id="3" creationId="{AA15FFDA-3E56-7CCC-A10C-878192ABC545}"/>
          </ac:spMkLst>
        </pc:spChg>
      </pc:sldChg>
      <pc:sldChg chg="modSp add mod">
        <pc:chgData name="Ed Schuster Bruce" userId="c42289d1-a3e5-485c-a3fe-df854c552fdb" providerId="ADAL" clId="{9A8B4455-0AA2-47B2-AC41-2D20ECF78631}" dt="2026-04-13T09:27:17.484" v="3047" actId="113"/>
        <pc:sldMkLst>
          <pc:docMk/>
          <pc:sldMk cId="3205175469" sldId="276"/>
        </pc:sldMkLst>
        <pc:spChg chg="mod">
          <ac:chgData name="Ed Schuster Bruce" userId="c42289d1-a3e5-485c-a3fe-df854c552fdb" providerId="ADAL" clId="{9A8B4455-0AA2-47B2-AC41-2D20ECF78631}" dt="2026-04-13T09:27:17.484" v="3047" actId="113"/>
          <ac:spMkLst>
            <pc:docMk/>
            <pc:sldMk cId="3205175469" sldId="276"/>
            <ac:spMk id="3" creationId="{2E2E419C-ED51-E0EC-C3DA-266863473B4C}"/>
          </ac:spMkLst>
        </pc:spChg>
      </pc:sldChg>
      <pc:sldChg chg="modSp add mod">
        <pc:chgData name="Ed Schuster Bruce" userId="c42289d1-a3e5-485c-a3fe-df854c552fdb" providerId="ADAL" clId="{9A8B4455-0AA2-47B2-AC41-2D20ECF78631}" dt="2026-04-13T09:35:52.711" v="3544" actId="27636"/>
        <pc:sldMkLst>
          <pc:docMk/>
          <pc:sldMk cId="2467392672" sldId="277"/>
        </pc:sldMkLst>
        <pc:spChg chg="mod">
          <ac:chgData name="Ed Schuster Bruce" userId="c42289d1-a3e5-485c-a3fe-df854c552fdb" providerId="ADAL" clId="{9A8B4455-0AA2-47B2-AC41-2D20ECF78631}" dt="2026-04-13T09:35:52.711" v="3544" actId="27636"/>
          <ac:spMkLst>
            <pc:docMk/>
            <pc:sldMk cId="2467392672" sldId="277"/>
            <ac:spMk id="3" creationId="{D7C5537E-8148-2F3E-E6F1-389620C2CB35}"/>
          </ac:spMkLst>
        </pc:spChg>
      </pc:sldChg>
      <pc:sldChg chg="modSp add mod">
        <pc:chgData name="Ed Schuster Bruce" userId="c42289d1-a3e5-485c-a3fe-df854c552fdb" providerId="ADAL" clId="{9A8B4455-0AA2-47B2-AC41-2D20ECF78631}" dt="2026-04-13T10:05:06.172" v="5204" actId="20577"/>
        <pc:sldMkLst>
          <pc:docMk/>
          <pc:sldMk cId="1952117880" sldId="278"/>
        </pc:sldMkLst>
        <pc:spChg chg="mod">
          <ac:chgData name="Ed Schuster Bruce" userId="c42289d1-a3e5-485c-a3fe-df854c552fdb" providerId="ADAL" clId="{9A8B4455-0AA2-47B2-AC41-2D20ECF78631}" dt="2026-04-13T10:05:06.172" v="5204" actId="20577"/>
          <ac:spMkLst>
            <pc:docMk/>
            <pc:sldMk cId="1952117880" sldId="278"/>
            <ac:spMk id="3" creationId="{88E1B830-1F0A-07A5-500D-A72F0B4B54EA}"/>
          </ac:spMkLst>
        </pc:spChg>
      </pc:sldChg>
      <pc:sldChg chg="modSp add mod">
        <pc:chgData name="Ed Schuster Bruce" userId="c42289d1-a3e5-485c-a3fe-df854c552fdb" providerId="ADAL" clId="{9A8B4455-0AA2-47B2-AC41-2D20ECF78631}" dt="2026-04-13T10:03:08.907" v="5129" actId="20577"/>
        <pc:sldMkLst>
          <pc:docMk/>
          <pc:sldMk cId="1616180076" sldId="279"/>
        </pc:sldMkLst>
        <pc:spChg chg="mod">
          <ac:chgData name="Ed Schuster Bruce" userId="c42289d1-a3e5-485c-a3fe-df854c552fdb" providerId="ADAL" clId="{9A8B4455-0AA2-47B2-AC41-2D20ECF78631}" dt="2026-04-13T09:45:52.273" v="3869" actId="20577"/>
          <ac:spMkLst>
            <pc:docMk/>
            <pc:sldMk cId="1616180076" sldId="279"/>
            <ac:spMk id="2" creationId="{589D0DAE-CF73-A2AF-4C05-F3575666884A}"/>
          </ac:spMkLst>
        </pc:spChg>
        <pc:spChg chg="mod">
          <ac:chgData name="Ed Schuster Bruce" userId="c42289d1-a3e5-485c-a3fe-df854c552fdb" providerId="ADAL" clId="{9A8B4455-0AA2-47B2-AC41-2D20ECF78631}" dt="2026-04-13T10:03:08.907" v="5129" actId="20577"/>
          <ac:spMkLst>
            <pc:docMk/>
            <pc:sldMk cId="1616180076" sldId="279"/>
            <ac:spMk id="3" creationId="{DA49D694-DDFC-EF08-2C7D-EFE4BE2BA302}"/>
          </ac:spMkLst>
        </pc:spChg>
      </pc:sldChg>
      <pc:sldChg chg="modSp add mod">
        <pc:chgData name="Ed Schuster Bruce" userId="c42289d1-a3e5-485c-a3fe-df854c552fdb" providerId="ADAL" clId="{9A8B4455-0AA2-47B2-AC41-2D20ECF78631}" dt="2026-04-13T10:06:54.104" v="5343" actId="20577"/>
        <pc:sldMkLst>
          <pc:docMk/>
          <pc:sldMk cId="916908673" sldId="280"/>
        </pc:sldMkLst>
        <pc:spChg chg="mod">
          <ac:chgData name="Ed Schuster Bruce" userId="c42289d1-a3e5-485c-a3fe-df854c552fdb" providerId="ADAL" clId="{9A8B4455-0AA2-47B2-AC41-2D20ECF78631}" dt="2026-04-13T10:06:54.104" v="5343" actId="20577"/>
          <ac:spMkLst>
            <pc:docMk/>
            <pc:sldMk cId="916908673" sldId="280"/>
            <ac:spMk id="2" creationId="{6FCD2CEF-9C1E-73FB-4ECB-2AF4041CF115}"/>
          </ac:spMkLst>
        </pc:spChg>
        <pc:spChg chg="mod">
          <ac:chgData name="Ed Schuster Bruce" userId="c42289d1-a3e5-485c-a3fe-df854c552fdb" providerId="ADAL" clId="{9A8B4455-0AA2-47B2-AC41-2D20ECF78631}" dt="2026-04-13T10:06:39.196" v="5284" actId="5793"/>
          <ac:spMkLst>
            <pc:docMk/>
            <pc:sldMk cId="916908673" sldId="280"/>
            <ac:spMk id="3" creationId="{620804E2-91EA-7C7A-A212-0571D409163C}"/>
          </ac:spMkLst>
        </pc:spChg>
      </pc:sldChg>
      <pc:sldChg chg="modSp new mod">
        <pc:chgData name="Ed Schuster Bruce" userId="c42289d1-a3e5-485c-a3fe-df854c552fdb" providerId="ADAL" clId="{9A8B4455-0AA2-47B2-AC41-2D20ECF78631}" dt="2026-04-13T12:31:28.416" v="6746" actId="2710"/>
        <pc:sldMkLst>
          <pc:docMk/>
          <pc:sldMk cId="1924820731" sldId="281"/>
        </pc:sldMkLst>
        <pc:spChg chg="mod">
          <ac:chgData name="Ed Schuster Bruce" userId="c42289d1-a3e5-485c-a3fe-df854c552fdb" providerId="ADAL" clId="{9A8B4455-0AA2-47B2-AC41-2D20ECF78631}" dt="2026-04-13T10:08:53.723" v="5433" actId="20577"/>
          <ac:spMkLst>
            <pc:docMk/>
            <pc:sldMk cId="1924820731" sldId="281"/>
            <ac:spMk id="2" creationId="{2F48F694-A675-7A1B-EF42-1777B5AD5CF4}"/>
          </ac:spMkLst>
        </pc:spChg>
        <pc:spChg chg="mod">
          <ac:chgData name="Ed Schuster Bruce" userId="c42289d1-a3e5-485c-a3fe-df854c552fdb" providerId="ADAL" clId="{9A8B4455-0AA2-47B2-AC41-2D20ECF78631}" dt="2026-04-13T12:31:28.416" v="6746" actId="2710"/>
          <ac:spMkLst>
            <pc:docMk/>
            <pc:sldMk cId="1924820731" sldId="281"/>
            <ac:spMk id="3" creationId="{E43ABCDB-266D-FA2D-0597-4877C3C4309D}"/>
          </ac:spMkLst>
        </pc:spChg>
      </pc:sldChg>
      <pc:sldChg chg="modSp new mod">
        <pc:chgData name="Ed Schuster Bruce" userId="c42289d1-a3e5-485c-a3fe-df854c552fdb" providerId="ADAL" clId="{9A8B4455-0AA2-47B2-AC41-2D20ECF78631}" dt="2026-04-13T12:15:45.408" v="6020" actId="20577"/>
        <pc:sldMkLst>
          <pc:docMk/>
          <pc:sldMk cId="3534305087" sldId="282"/>
        </pc:sldMkLst>
        <pc:spChg chg="mod">
          <ac:chgData name="Ed Schuster Bruce" userId="c42289d1-a3e5-485c-a3fe-df854c552fdb" providerId="ADAL" clId="{9A8B4455-0AA2-47B2-AC41-2D20ECF78631}" dt="2026-04-13T12:15:45.408" v="6020" actId="20577"/>
          <ac:spMkLst>
            <pc:docMk/>
            <pc:sldMk cId="3534305087" sldId="282"/>
            <ac:spMk id="2" creationId="{A8B3DFA7-0BCF-CD17-F141-10C7E34ADA6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ED64C0-D682-489D-88B8-4C5E3C41C7B8}"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0DAD73FB-7B7A-440A-83B3-4D08618354D7}">
      <dgm:prSet/>
      <dgm:spPr/>
      <dgm:t>
        <a:bodyPr/>
        <a:lstStyle/>
        <a:p>
          <a:r>
            <a:rPr lang="en-US" dirty="0"/>
            <a:t>Wave energy is a renewable energy source</a:t>
          </a:r>
        </a:p>
      </dgm:t>
    </dgm:pt>
    <dgm:pt modelId="{9908CCE6-195F-4FD8-88D5-E836601C17CC}" type="parTrans" cxnId="{6E3AED5E-BA0F-484A-AFC0-B150466CD1AC}">
      <dgm:prSet/>
      <dgm:spPr/>
      <dgm:t>
        <a:bodyPr/>
        <a:lstStyle/>
        <a:p>
          <a:endParaRPr lang="en-US"/>
        </a:p>
      </dgm:t>
    </dgm:pt>
    <dgm:pt modelId="{5007F55C-4D41-4B31-BAAB-6DF16C98402C}" type="sibTrans" cxnId="{6E3AED5E-BA0F-484A-AFC0-B150466CD1AC}">
      <dgm:prSet phldrT="01"/>
      <dgm:spPr/>
      <dgm:t>
        <a:bodyPr/>
        <a:lstStyle/>
        <a:p>
          <a:r>
            <a:rPr lang="en-US"/>
            <a:t>01</a:t>
          </a:r>
        </a:p>
      </dgm:t>
    </dgm:pt>
    <dgm:pt modelId="{4FAB08B4-A2B5-42A3-9AF0-BCAB3DD6BBC3}">
      <dgm:prSet/>
      <dgm:spPr/>
      <dgm:t>
        <a:bodyPr/>
        <a:lstStyle/>
        <a:p>
          <a:r>
            <a:rPr lang="en-US"/>
            <a:t>Point absorbers convert wave motion into electricity</a:t>
          </a:r>
        </a:p>
      </dgm:t>
    </dgm:pt>
    <dgm:pt modelId="{77806253-567F-492C-A547-A0A24C3781BA}" type="parTrans" cxnId="{652E7008-501C-48CD-BD31-58DFB8DCCD02}">
      <dgm:prSet/>
      <dgm:spPr/>
      <dgm:t>
        <a:bodyPr/>
        <a:lstStyle/>
        <a:p>
          <a:endParaRPr lang="en-US"/>
        </a:p>
      </dgm:t>
    </dgm:pt>
    <dgm:pt modelId="{2E714303-B63C-4048-8892-4DC8E784998D}" type="sibTrans" cxnId="{652E7008-501C-48CD-BD31-58DFB8DCCD02}">
      <dgm:prSet phldrT="02"/>
      <dgm:spPr/>
      <dgm:t>
        <a:bodyPr/>
        <a:lstStyle/>
        <a:p>
          <a:r>
            <a:rPr lang="en-US"/>
            <a:t>02</a:t>
          </a:r>
        </a:p>
      </dgm:t>
    </dgm:pt>
    <dgm:pt modelId="{2D37665E-0832-4640-82A3-88676C774A17}">
      <dgm:prSet/>
      <dgm:spPr/>
      <dgm:t>
        <a:bodyPr/>
        <a:lstStyle/>
        <a:p>
          <a:r>
            <a:rPr lang="en-US"/>
            <a:t>Goal: maximise power extraction</a:t>
          </a:r>
        </a:p>
      </dgm:t>
    </dgm:pt>
    <dgm:pt modelId="{CDF49519-3392-4C21-9D97-6AD16A713735}" type="parTrans" cxnId="{F8A61770-B487-4660-8689-931CFC57615B}">
      <dgm:prSet/>
      <dgm:spPr/>
      <dgm:t>
        <a:bodyPr/>
        <a:lstStyle/>
        <a:p>
          <a:endParaRPr lang="en-US"/>
        </a:p>
      </dgm:t>
    </dgm:pt>
    <dgm:pt modelId="{9DA0D4C4-EB56-40CB-A8C6-D56041ABBAB2}" type="sibTrans" cxnId="{F8A61770-B487-4660-8689-931CFC57615B}">
      <dgm:prSet phldrT="03"/>
      <dgm:spPr/>
      <dgm:t>
        <a:bodyPr/>
        <a:lstStyle/>
        <a:p>
          <a:r>
            <a:rPr lang="en-US"/>
            <a:t>03</a:t>
          </a:r>
        </a:p>
      </dgm:t>
    </dgm:pt>
    <dgm:pt modelId="{7C20E4CF-F8A8-46B8-BA63-4822C4D1069D}" type="pres">
      <dgm:prSet presAssocID="{65ED64C0-D682-489D-88B8-4C5E3C41C7B8}" presName="Name0" presStyleCnt="0">
        <dgm:presLayoutVars>
          <dgm:animLvl val="lvl"/>
          <dgm:resizeHandles val="exact"/>
        </dgm:presLayoutVars>
      </dgm:prSet>
      <dgm:spPr/>
    </dgm:pt>
    <dgm:pt modelId="{DACBAE6B-EE6C-4B3D-9A4A-C9C5E48CD45A}" type="pres">
      <dgm:prSet presAssocID="{0DAD73FB-7B7A-440A-83B3-4D08618354D7}" presName="compositeNode" presStyleCnt="0">
        <dgm:presLayoutVars>
          <dgm:bulletEnabled val="1"/>
        </dgm:presLayoutVars>
      </dgm:prSet>
      <dgm:spPr/>
    </dgm:pt>
    <dgm:pt modelId="{852D6DC0-7EE8-4189-AEF5-72916FA015AA}" type="pres">
      <dgm:prSet presAssocID="{0DAD73FB-7B7A-440A-83B3-4D08618354D7}" presName="bgRect" presStyleLbl="alignNode1" presStyleIdx="0" presStyleCnt="3"/>
      <dgm:spPr/>
    </dgm:pt>
    <dgm:pt modelId="{AE51D7B4-BEB4-459F-978E-D914FD38CED0}" type="pres">
      <dgm:prSet presAssocID="{5007F55C-4D41-4B31-BAAB-6DF16C98402C}" presName="sibTransNodeRect" presStyleLbl="alignNode1" presStyleIdx="0" presStyleCnt="3">
        <dgm:presLayoutVars>
          <dgm:chMax val="0"/>
          <dgm:bulletEnabled val="1"/>
        </dgm:presLayoutVars>
      </dgm:prSet>
      <dgm:spPr/>
    </dgm:pt>
    <dgm:pt modelId="{E5F670A6-6B53-4808-8351-FB7750D536B6}" type="pres">
      <dgm:prSet presAssocID="{0DAD73FB-7B7A-440A-83B3-4D08618354D7}" presName="nodeRect" presStyleLbl="alignNode1" presStyleIdx="0" presStyleCnt="3">
        <dgm:presLayoutVars>
          <dgm:bulletEnabled val="1"/>
        </dgm:presLayoutVars>
      </dgm:prSet>
      <dgm:spPr/>
    </dgm:pt>
    <dgm:pt modelId="{923C500C-F6FC-4ADA-893D-959D6CCA6D30}" type="pres">
      <dgm:prSet presAssocID="{5007F55C-4D41-4B31-BAAB-6DF16C98402C}" presName="sibTrans" presStyleCnt="0"/>
      <dgm:spPr/>
    </dgm:pt>
    <dgm:pt modelId="{199C7A1A-A793-432D-932D-D97A5846E122}" type="pres">
      <dgm:prSet presAssocID="{4FAB08B4-A2B5-42A3-9AF0-BCAB3DD6BBC3}" presName="compositeNode" presStyleCnt="0">
        <dgm:presLayoutVars>
          <dgm:bulletEnabled val="1"/>
        </dgm:presLayoutVars>
      </dgm:prSet>
      <dgm:spPr/>
    </dgm:pt>
    <dgm:pt modelId="{C40F19B4-3200-4444-BF73-166393B60099}" type="pres">
      <dgm:prSet presAssocID="{4FAB08B4-A2B5-42A3-9AF0-BCAB3DD6BBC3}" presName="bgRect" presStyleLbl="alignNode1" presStyleIdx="1" presStyleCnt="3"/>
      <dgm:spPr/>
    </dgm:pt>
    <dgm:pt modelId="{E6E0591E-066F-4BE0-B220-A5E1225C1520}" type="pres">
      <dgm:prSet presAssocID="{2E714303-B63C-4048-8892-4DC8E784998D}" presName="sibTransNodeRect" presStyleLbl="alignNode1" presStyleIdx="1" presStyleCnt="3">
        <dgm:presLayoutVars>
          <dgm:chMax val="0"/>
          <dgm:bulletEnabled val="1"/>
        </dgm:presLayoutVars>
      </dgm:prSet>
      <dgm:spPr/>
    </dgm:pt>
    <dgm:pt modelId="{1FB327C4-25EE-4483-A0F7-6D642D5C644D}" type="pres">
      <dgm:prSet presAssocID="{4FAB08B4-A2B5-42A3-9AF0-BCAB3DD6BBC3}" presName="nodeRect" presStyleLbl="alignNode1" presStyleIdx="1" presStyleCnt="3">
        <dgm:presLayoutVars>
          <dgm:bulletEnabled val="1"/>
        </dgm:presLayoutVars>
      </dgm:prSet>
      <dgm:spPr/>
    </dgm:pt>
    <dgm:pt modelId="{41D38882-43B7-4C48-8905-952651EBF54C}" type="pres">
      <dgm:prSet presAssocID="{2E714303-B63C-4048-8892-4DC8E784998D}" presName="sibTrans" presStyleCnt="0"/>
      <dgm:spPr/>
    </dgm:pt>
    <dgm:pt modelId="{3F5766E0-9F18-43D7-8515-FD128F26B7BC}" type="pres">
      <dgm:prSet presAssocID="{2D37665E-0832-4640-82A3-88676C774A17}" presName="compositeNode" presStyleCnt="0">
        <dgm:presLayoutVars>
          <dgm:bulletEnabled val="1"/>
        </dgm:presLayoutVars>
      </dgm:prSet>
      <dgm:spPr/>
    </dgm:pt>
    <dgm:pt modelId="{4921555C-5018-4904-A90F-996940BC640C}" type="pres">
      <dgm:prSet presAssocID="{2D37665E-0832-4640-82A3-88676C774A17}" presName="bgRect" presStyleLbl="alignNode1" presStyleIdx="2" presStyleCnt="3"/>
      <dgm:spPr/>
    </dgm:pt>
    <dgm:pt modelId="{11FAF0C5-FA42-42FE-A5A1-CE973930428A}" type="pres">
      <dgm:prSet presAssocID="{9DA0D4C4-EB56-40CB-A8C6-D56041ABBAB2}" presName="sibTransNodeRect" presStyleLbl="alignNode1" presStyleIdx="2" presStyleCnt="3">
        <dgm:presLayoutVars>
          <dgm:chMax val="0"/>
          <dgm:bulletEnabled val="1"/>
        </dgm:presLayoutVars>
      </dgm:prSet>
      <dgm:spPr/>
    </dgm:pt>
    <dgm:pt modelId="{7B03C6A1-EB2E-4BC0-B625-08B2E2323E26}" type="pres">
      <dgm:prSet presAssocID="{2D37665E-0832-4640-82A3-88676C774A17}" presName="nodeRect" presStyleLbl="alignNode1" presStyleIdx="2" presStyleCnt="3">
        <dgm:presLayoutVars>
          <dgm:bulletEnabled val="1"/>
        </dgm:presLayoutVars>
      </dgm:prSet>
      <dgm:spPr/>
    </dgm:pt>
  </dgm:ptLst>
  <dgm:cxnLst>
    <dgm:cxn modelId="{652E7008-501C-48CD-BD31-58DFB8DCCD02}" srcId="{65ED64C0-D682-489D-88B8-4C5E3C41C7B8}" destId="{4FAB08B4-A2B5-42A3-9AF0-BCAB3DD6BBC3}" srcOrd="1" destOrd="0" parTransId="{77806253-567F-492C-A547-A0A24C3781BA}" sibTransId="{2E714303-B63C-4048-8892-4DC8E784998D}"/>
    <dgm:cxn modelId="{D7F2340E-94BD-4007-A4F5-D981552DF516}" type="presOf" srcId="{65ED64C0-D682-489D-88B8-4C5E3C41C7B8}" destId="{7C20E4CF-F8A8-46B8-BA63-4822C4D1069D}" srcOrd="0" destOrd="0" presId="urn:microsoft.com/office/officeart/2016/7/layout/LinearBlockProcessNumbered"/>
    <dgm:cxn modelId="{DC7F8723-4F23-4BB7-882F-1B90E0FC0A2C}" type="presOf" srcId="{0DAD73FB-7B7A-440A-83B3-4D08618354D7}" destId="{E5F670A6-6B53-4808-8351-FB7750D536B6}" srcOrd="1" destOrd="0" presId="urn:microsoft.com/office/officeart/2016/7/layout/LinearBlockProcessNumbered"/>
    <dgm:cxn modelId="{39B7A02D-6253-4DEB-A244-905E56520643}" type="presOf" srcId="{0DAD73FB-7B7A-440A-83B3-4D08618354D7}" destId="{852D6DC0-7EE8-4189-AEF5-72916FA015AA}" srcOrd="0" destOrd="0" presId="urn:microsoft.com/office/officeart/2016/7/layout/LinearBlockProcessNumbered"/>
    <dgm:cxn modelId="{2D7AC235-DC8B-4DA4-9278-33769C208FC6}" type="presOf" srcId="{2E714303-B63C-4048-8892-4DC8E784998D}" destId="{E6E0591E-066F-4BE0-B220-A5E1225C1520}" srcOrd="0" destOrd="0" presId="urn:microsoft.com/office/officeart/2016/7/layout/LinearBlockProcessNumbered"/>
    <dgm:cxn modelId="{6E3AED5E-BA0F-484A-AFC0-B150466CD1AC}" srcId="{65ED64C0-D682-489D-88B8-4C5E3C41C7B8}" destId="{0DAD73FB-7B7A-440A-83B3-4D08618354D7}" srcOrd="0" destOrd="0" parTransId="{9908CCE6-195F-4FD8-88D5-E836601C17CC}" sibTransId="{5007F55C-4D41-4B31-BAAB-6DF16C98402C}"/>
    <dgm:cxn modelId="{F6FF764A-6A6C-4DC8-88B6-FABA6586F19F}" type="presOf" srcId="{9DA0D4C4-EB56-40CB-A8C6-D56041ABBAB2}" destId="{11FAF0C5-FA42-42FE-A5A1-CE973930428A}" srcOrd="0" destOrd="0" presId="urn:microsoft.com/office/officeart/2016/7/layout/LinearBlockProcessNumbered"/>
    <dgm:cxn modelId="{F8A61770-B487-4660-8689-931CFC57615B}" srcId="{65ED64C0-D682-489D-88B8-4C5E3C41C7B8}" destId="{2D37665E-0832-4640-82A3-88676C774A17}" srcOrd="2" destOrd="0" parTransId="{CDF49519-3392-4C21-9D97-6AD16A713735}" sibTransId="{9DA0D4C4-EB56-40CB-A8C6-D56041ABBAB2}"/>
    <dgm:cxn modelId="{68074753-F7FC-4DE0-B78D-961DF3644A9D}" type="presOf" srcId="{4FAB08B4-A2B5-42A3-9AF0-BCAB3DD6BBC3}" destId="{1FB327C4-25EE-4483-A0F7-6D642D5C644D}" srcOrd="1" destOrd="0" presId="urn:microsoft.com/office/officeart/2016/7/layout/LinearBlockProcessNumbered"/>
    <dgm:cxn modelId="{2978E98E-F15E-4731-9D4F-AF5FB9826406}" type="presOf" srcId="{4FAB08B4-A2B5-42A3-9AF0-BCAB3DD6BBC3}" destId="{C40F19B4-3200-4444-BF73-166393B60099}" srcOrd="0" destOrd="0" presId="urn:microsoft.com/office/officeart/2016/7/layout/LinearBlockProcessNumbered"/>
    <dgm:cxn modelId="{1E7DC39D-E0DF-4543-A55F-BA8FB58F489E}" type="presOf" srcId="{5007F55C-4D41-4B31-BAAB-6DF16C98402C}" destId="{AE51D7B4-BEB4-459F-978E-D914FD38CED0}" srcOrd="0" destOrd="0" presId="urn:microsoft.com/office/officeart/2016/7/layout/LinearBlockProcessNumbered"/>
    <dgm:cxn modelId="{16D98AE8-F199-4AD0-91EF-76AE211C0B7F}" type="presOf" srcId="{2D37665E-0832-4640-82A3-88676C774A17}" destId="{7B03C6A1-EB2E-4BC0-B625-08B2E2323E26}" srcOrd="1" destOrd="0" presId="urn:microsoft.com/office/officeart/2016/7/layout/LinearBlockProcessNumbered"/>
    <dgm:cxn modelId="{BA0B8DED-257F-42A0-A434-5B4CAEDB89CD}" type="presOf" srcId="{2D37665E-0832-4640-82A3-88676C774A17}" destId="{4921555C-5018-4904-A90F-996940BC640C}" srcOrd="0" destOrd="0" presId="urn:microsoft.com/office/officeart/2016/7/layout/LinearBlockProcessNumbered"/>
    <dgm:cxn modelId="{418031EC-991D-43F8-9A62-F1202BDD83F2}" type="presParOf" srcId="{7C20E4CF-F8A8-46B8-BA63-4822C4D1069D}" destId="{DACBAE6B-EE6C-4B3D-9A4A-C9C5E48CD45A}" srcOrd="0" destOrd="0" presId="urn:microsoft.com/office/officeart/2016/7/layout/LinearBlockProcessNumbered"/>
    <dgm:cxn modelId="{9BA57035-683A-47F1-8EC2-36787CE43FEF}" type="presParOf" srcId="{DACBAE6B-EE6C-4B3D-9A4A-C9C5E48CD45A}" destId="{852D6DC0-7EE8-4189-AEF5-72916FA015AA}" srcOrd="0" destOrd="0" presId="urn:microsoft.com/office/officeart/2016/7/layout/LinearBlockProcessNumbered"/>
    <dgm:cxn modelId="{6B550A63-CC22-46EC-B725-8D1BCB735DB4}" type="presParOf" srcId="{DACBAE6B-EE6C-4B3D-9A4A-C9C5E48CD45A}" destId="{AE51D7B4-BEB4-459F-978E-D914FD38CED0}" srcOrd="1" destOrd="0" presId="urn:microsoft.com/office/officeart/2016/7/layout/LinearBlockProcessNumbered"/>
    <dgm:cxn modelId="{9582B69B-5804-43F3-8681-93F8DB565E15}" type="presParOf" srcId="{DACBAE6B-EE6C-4B3D-9A4A-C9C5E48CD45A}" destId="{E5F670A6-6B53-4808-8351-FB7750D536B6}" srcOrd="2" destOrd="0" presId="urn:microsoft.com/office/officeart/2016/7/layout/LinearBlockProcessNumbered"/>
    <dgm:cxn modelId="{BFFB8581-D93B-44C9-8E35-EFDE44E4F358}" type="presParOf" srcId="{7C20E4CF-F8A8-46B8-BA63-4822C4D1069D}" destId="{923C500C-F6FC-4ADA-893D-959D6CCA6D30}" srcOrd="1" destOrd="0" presId="urn:microsoft.com/office/officeart/2016/7/layout/LinearBlockProcessNumbered"/>
    <dgm:cxn modelId="{4402E348-0747-4594-A1AF-4EC13847F89F}" type="presParOf" srcId="{7C20E4CF-F8A8-46B8-BA63-4822C4D1069D}" destId="{199C7A1A-A793-432D-932D-D97A5846E122}" srcOrd="2" destOrd="0" presId="urn:microsoft.com/office/officeart/2016/7/layout/LinearBlockProcessNumbered"/>
    <dgm:cxn modelId="{8FD8C5CC-AEFA-4182-966E-6DC1D779CF38}" type="presParOf" srcId="{199C7A1A-A793-432D-932D-D97A5846E122}" destId="{C40F19B4-3200-4444-BF73-166393B60099}" srcOrd="0" destOrd="0" presId="urn:microsoft.com/office/officeart/2016/7/layout/LinearBlockProcessNumbered"/>
    <dgm:cxn modelId="{9C1BAECC-CA5F-4463-A654-B5CE20C5235A}" type="presParOf" srcId="{199C7A1A-A793-432D-932D-D97A5846E122}" destId="{E6E0591E-066F-4BE0-B220-A5E1225C1520}" srcOrd="1" destOrd="0" presId="urn:microsoft.com/office/officeart/2016/7/layout/LinearBlockProcessNumbered"/>
    <dgm:cxn modelId="{01344045-213A-487A-9BA6-8746B6960959}" type="presParOf" srcId="{199C7A1A-A793-432D-932D-D97A5846E122}" destId="{1FB327C4-25EE-4483-A0F7-6D642D5C644D}" srcOrd="2" destOrd="0" presId="urn:microsoft.com/office/officeart/2016/7/layout/LinearBlockProcessNumbered"/>
    <dgm:cxn modelId="{ADD707DC-BCA5-44F8-B0A7-D813EABEE14F}" type="presParOf" srcId="{7C20E4CF-F8A8-46B8-BA63-4822C4D1069D}" destId="{41D38882-43B7-4C48-8905-952651EBF54C}" srcOrd="3" destOrd="0" presId="urn:microsoft.com/office/officeart/2016/7/layout/LinearBlockProcessNumbered"/>
    <dgm:cxn modelId="{7F0CF399-F0AB-41EA-B194-3A836A773D45}" type="presParOf" srcId="{7C20E4CF-F8A8-46B8-BA63-4822C4D1069D}" destId="{3F5766E0-9F18-43D7-8515-FD128F26B7BC}" srcOrd="4" destOrd="0" presId="urn:microsoft.com/office/officeart/2016/7/layout/LinearBlockProcessNumbered"/>
    <dgm:cxn modelId="{74BF8588-6786-4280-9DFC-86EB0F49A003}" type="presParOf" srcId="{3F5766E0-9F18-43D7-8515-FD128F26B7BC}" destId="{4921555C-5018-4904-A90F-996940BC640C}" srcOrd="0" destOrd="0" presId="urn:microsoft.com/office/officeart/2016/7/layout/LinearBlockProcessNumbered"/>
    <dgm:cxn modelId="{EFE110CA-FDF4-4954-8A02-1BDFB34FA848}" type="presParOf" srcId="{3F5766E0-9F18-43D7-8515-FD128F26B7BC}" destId="{11FAF0C5-FA42-42FE-A5A1-CE973930428A}" srcOrd="1" destOrd="0" presId="urn:microsoft.com/office/officeart/2016/7/layout/LinearBlockProcessNumbered"/>
    <dgm:cxn modelId="{E307489B-31DB-43BA-9D98-12B156D32558}" type="presParOf" srcId="{3F5766E0-9F18-43D7-8515-FD128F26B7BC}" destId="{7B03C6A1-EB2E-4BC0-B625-08B2E2323E26}"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2D6DC0-7EE8-4189-AEF5-72916FA015AA}">
      <dsp:nvSpPr>
        <dsp:cNvPr id="0" name=""/>
        <dsp:cNvSpPr/>
      </dsp:nvSpPr>
      <dsp:spPr>
        <a:xfrm>
          <a:off x="853" y="21822"/>
          <a:ext cx="3457633" cy="414916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537" tIns="0" rIns="341537" bIns="330200" numCol="1" spcCol="1270" anchor="t" anchorCtr="0">
          <a:noAutofit/>
        </a:bodyPr>
        <a:lstStyle/>
        <a:p>
          <a:pPr marL="0" lvl="0" indent="0" algn="l" defTabSz="1155700">
            <a:lnSpc>
              <a:spcPct val="90000"/>
            </a:lnSpc>
            <a:spcBef>
              <a:spcPct val="0"/>
            </a:spcBef>
            <a:spcAft>
              <a:spcPct val="35000"/>
            </a:spcAft>
            <a:buNone/>
          </a:pPr>
          <a:r>
            <a:rPr lang="en-US" sz="2600" kern="1200" dirty="0"/>
            <a:t>Wave energy is a renewable energy source</a:t>
          </a:r>
        </a:p>
      </dsp:txBody>
      <dsp:txXfrm>
        <a:off x="853" y="1681486"/>
        <a:ext cx="3457633" cy="2489496"/>
      </dsp:txXfrm>
    </dsp:sp>
    <dsp:sp modelId="{AE51D7B4-BEB4-459F-978E-D914FD38CED0}">
      <dsp:nvSpPr>
        <dsp:cNvPr id="0" name=""/>
        <dsp:cNvSpPr/>
      </dsp:nvSpPr>
      <dsp:spPr>
        <a:xfrm>
          <a:off x="853" y="21822"/>
          <a:ext cx="3457633" cy="1659664"/>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1537" tIns="165100" rIns="341537"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53" y="21822"/>
        <a:ext cx="3457633" cy="1659664"/>
      </dsp:txXfrm>
    </dsp:sp>
    <dsp:sp modelId="{C40F19B4-3200-4444-BF73-166393B60099}">
      <dsp:nvSpPr>
        <dsp:cNvPr id="0" name=""/>
        <dsp:cNvSpPr/>
      </dsp:nvSpPr>
      <dsp:spPr>
        <a:xfrm>
          <a:off x="3735097" y="21822"/>
          <a:ext cx="3457633" cy="414916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537" tIns="0" rIns="341537" bIns="330200" numCol="1" spcCol="1270" anchor="t" anchorCtr="0">
          <a:noAutofit/>
        </a:bodyPr>
        <a:lstStyle/>
        <a:p>
          <a:pPr marL="0" lvl="0" indent="0" algn="l" defTabSz="1155700">
            <a:lnSpc>
              <a:spcPct val="90000"/>
            </a:lnSpc>
            <a:spcBef>
              <a:spcPct val="0"/>
            </a:spcBef>
            <a:spcAft>
              <a:spcPct val="35000"/>
            </a:spcAft>
            <a:buNone/>
          </a:pPr>
          <a:r>
            <a:rPr lang="en-US" sz="2600" kern="1200"/>
            <a:t>Point absorbers convert wave motion into electricity</a:t>
          </a:r>
        </a:p>
      </dsp:txBody>
      <dsp:txXfrm>
        <a:off x="3735097" y="1681486"/>
        <a:ext cx="3457633" cy="2489496"/>
      </dsp:txXfrm>
    </dsp:sp>
    <dsp:sp modelId="{E6E0591E-066F-4BE0-B220-A5E1225C1520}">
      <dsp:nvSpPr>
        <dsp:cNvPr id="0" name=""/>
        <dsp:cNvSpPr/>
      </dsp:nvSpPr>
      <dsp:spPr>
        <a:xfrm>
          <a:off x="3735097" y="21822"/>
          <a:ext cx="3457633" cy="1659664"/>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1537" tIns="165100" rIns="341537"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735097" y="21822"/>
        <a:ext cx="3457633" cy="1659664"/>
      </dsp:txXfrm>
    </dsp:sp>
    <dsp:sp modelId="{4921555C-5018-4904-A90F-996940BC640C}">
      <dsp:nvSpPr>
        <dsp:cNvPr id="0" name=""/>
        <dsp:cNvSpPr/>
      </dsp:nvSpPr>
      <dsp:spPr>
        <a:xfrm>
          <a:off x="7469341" y="21822"/>
          <a:ext cx="3457633" cy="414916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537" tIns="0" rIns="341537" bIns="330200" numCol="1" spcCol="1270" anchor="t" anchorCtr="0">
          <a:noAutofit/>
        </a:bodyPr>
        <a:lstStyle/>
        <a:p>
          <a:pPr marL="0" lvl="0" indent="0" algn="l" defTabSz="1155700">
            <a:lnSpc>
              <a:spcPct val="90000"/>
            </a:lnSpc>
            <a:spcBef>
              <a:spcPct val="0"/>
            </a:spcBef>
            <a:spcAft>
              <a:spcPct val="35000"/>
            </a:spcAft>
            <a:buNone/>
          </a:pPr>
          <a:r>
            <a:rPr lang="en-US" sz="2600" kern="1200"/>
            <a:t>Goal: maximise power extraction</a:t>
          </a:r>
        </a:p>
      </dsp:txBody>
      <dsp:txXfrm>
        <a:off x="7469341" y="1681486"/>
        <a:ext cx="3457633" cy="2489496"/>
      </dsp:txXfrm>
    </dsp:sp>
    <dsp:sp modelId="{11FAF0C5-FA42-42FE-A5A1-CE973930428A}">
      <dsp:nvSpPr>
        <dsp:cNvPr id="0" name=""/>
        <dsp:cNvSpPr/>
      </dsp:nvSpPr>
      <dsp:spPr>
        <a:xfrm>
          <a:off x="7469341" y="21822"/>
          <a:ext cx="3457633" cy="1659664"/>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1537" tIns="165100" rIns="341537"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469341" y="21822"/>
        <a:ext cx="3457633" cy="1659664"/>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80406-EE79-4ADC-8269-F7B315C9AB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907D8F7-8EB0-04A0-F698-D131BF563B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050C282-386A-DD9B-0AAD-11D3465B6C76}"/>
              </a:ext>
            </a:extLst>
          </p:cNvPr>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a:extLst>
              <a:ext uri="{FF2B5EF4-FFF2-40B4-BE49-F238E27FC236}">
                <a16:creationId xmlns:a16="http://schemas.microsoft.com/office/drawing/2014/main" id="{1F3BB256-2F46-9CF7-CA56-1F49BF7CE7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949AFC-21CE-D8CE-4B8D-7DD8C7CB019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5062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3948D-655F-64A5-D839-CA767DDB2B9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E376706-9CF9-4B52-3BBA-0D9FAA2467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1FEC238-EEBF-849A-B212-48597B9EA510}"/>
              </a:ext>
            </a:extLst>
          </p:cNvPr>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a:extLst>
              <a:ext uri="{FF2B5EF4-FFF2-40B4-BE49-F238E27FC236}">
                <a16:creationId xmlns:a16="http://schemas.microsoft.com/office/drawing/2014/main" id="{7CCEC22C-4337-27D8-01B8-36103CE8A2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362CC-BC1A-8AE1-7E90-ACCA09F9AFA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5439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BAF2C-965F-3F2A-BE0A-91B9B66653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968FA70-172B-6C0D-77F6-17640C63CD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C3A8F4-CB1C-0EC3-69A9-416AAE2CCC6B}"/>
              </a:ext>
            </a:extLst>
          </p:cNvPr>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a:extLst>
              <a:ext uri="{FF2B5EF4-FFF2-40B4-BE49-F238E27FC236}">
                <a16:creationId xmlns:a16="http://schemas.microsoft.com/office/drawing/2014/main" id="{F6EB058D-DB16-0757-20ED-67DB68880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538F1-E881-2253-31A0-541BD5AE8D2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28231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CA620-B30D-AB02-0152-B72A8112B36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45961E7-B305-0BAC-5B06-219323FC1E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2FCE252-81EE-8DA1-850D-DA61F80D9D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A152CFD-C518-06A4-0B92-896628341613}"/>
              </a:ext>
            </a:extLst>
          </p:cNvPr>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a:extLst>
              <a:ext uri="{FF2B5EF4-FFF2-40B4-BE49-F238E27FC236}">
                <a16:creationId xmlns:a16="http://schemas.microsoft.com/office/drawing/2014/main" id="{052B70E7-722D-7533-78B2-B83A5617A1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41DB51-B35D-17C5-ED1E-46FB6DC3F1C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3630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F8CD8-D8D2-26C5-DBEB-4C43B26C14A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3FABE5B-AF56-B91D-7F67-188541FE91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C87057-31A9-2808-09F1-AE7D9409DF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01700DA-5C4A-5354-3C62-1F2E10B461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5B0E5F-3614-E48D-7F2B-2BFEA1FD49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2C716A1-80E5-F995-3F36-CA9BDB9F4552}"/>
              </a:ext>
            </a:extLst>
          </p:cNvPr>
          <p:cNvSpPr>
            <a:spLocks noGrp="1"/>
          </p:cNvSpPr>
          <p:nvPr>
            <p:ph type="dt" sz="half" idx="10"/>
          </p:nvPr>
        </p:nvSpPr>
        <p:spPr/>
        <p:txBody>
          <a:bodyPr/>
          <a:lstStyle/>
          <a:p>
            <a:fld id="{5BCAD085-E8A6-8845-BD4E-CB4CCA059FC4}" type="datetimeFigureOut">
              <a:rPr lang="en-US" smtClean="0"/>
              <a:t>4/15/2026</a:t>
            </a:fld>
            <a:endParaRPr lang="en-US"/>
          </a:p>
        </p:txBody>
      </p:sp>
      <p:sp>
        <p:nvSpPr>
          <p:cNvPr id="8" name="Footer Placeholder 7">
            <a:extLst>
              <a:ext uri="{FF2B5EF4-FFF2-40B4-BE49-F238E27FC236}">
                <a16:creationId xmlns:a16="http://schemas.microsoft.com/office/drawing/2014/main" id="{510E3A72-511F-C40A-340F-61E7722E11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D0B8CE-E50C-FC62-C4B5-13C6DDEF8F4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108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DC037-CD20-27A6-D641-6CE8F034F0D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78B9510-4A40-FED9-1EDB-51226E598950}"/>
              </a:ext>
            </a:extLst>
          </p:cNvPr>
          <p:cNvSpPr>
            <a:spLocks noGrp="1"/>
          </p:cNvSpPr>
          <p:nvPr>
            <p:ph type="dt" sz="half" idx="10"/>
          </p:nvPr>
        </p:nvSpPr>
        <p:spPr/>
        <p:txBody>
          <a:bodyPr/>
          <a:lstStyle/>
          <a:p>
            <a:fld id="{5BCAD085-E8A6-8845-BD4E-CB4CCA059FC4}" type="datetimeFigureOut">
              <a:rPr lang="en-US" smtClean="0"/>
              <a:t>4/15/2026</a:t>
            </a:fld>
            <a:endParaRPr lang="en-US"/>
          </a:p>
        </p:txBody>
      </p:sp>
      <p:sp>
        <p:nvSpPr>
          <p:cNvPr id="4" name="Footer Placeholder 3">
            <a:extLst>
              <a:ext uri="{FF2B5EF4-FFF2-40B4-BE49-F238E27FC236}">
                <a16:creationId xmlns:a16="http://schemas.microsoft.com/office/drawing/2014/main" id="{B13D3F7A-E2EF-06F0-E426-34C2DA845C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01A11F-282C-27C7-97FB-E464C815D45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9591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BC4A7E-5FEA-667C-87D1-CBB813A70F8F}"/>
              </a:ext>
            </a:extLst>
          </p:cNvPr>
          <p:cNvSpPr>
            <a:spLocks noGrp="1"/>
          </p:cNvSpPr>
          <p:nvPr>
            <p:ph type="dt" sz="half" idx="10"/>
          </p:nvPr>
        </p:nvSpPr>
        <p:spPr/>
        <p:txBody>
          <a:bodyPr/>
          <a:lstStyle/>
          <a:p>
            <a:fld id="{5BCAD085-E8A6-8845-BD4E-CB4CCA059FC4}" type="datetimeFigureOut">
              <a:rPr lang="en-US" smtClean="0"/>
              <a:t>4/15/2026</a:t>
            </a:fld>
            <a:endParaRPr lang="en-US"/>
          </a:p>
        </p:txBody>
      </p:sp>
      <p:sp>
        <p:nvSpPr>
          <p:cNvPr id="3" name="Footer Placeholder 2">
            <a:extLst>
              <a:ext uri="{FF2B5EF4-FFF2-40B4-BE49-F238E27FC236}">
                <a16:creationId xmlns:a16="http://schemas.microsoft.com/office/drawing/2014/main" id="{51C95BEA-DDC3-DCE6-20FC-E6C617081C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E3F02A-6ED5-F083-61EC-2F4A6FBFCEE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005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20750-FC07-7F72-20E0-AD3244527D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6E4C40E-3CC7-28BF-C62C-51F02C7C47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524AF98-4FFB-6E9E-234F-63977D0B8F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D100AD-2899-C425-E3F1-30DCE4A3ED4E}"/>
              </a:ext>
            </a:extLst>
          </p:cNvPr>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a:extLst>
              <a:ext uri="{FF2B5EF4-FFF2-40B4-BE49-F238E27FC236}">
                <a16:creationId xmlns:a16="http://schemas.microsoft.com/office/drawing/2014/main" id="{976CCDB7-BC33-7980-B51A-E88DB18F4E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1A2819-CA51-C48E-BC95-180591ADC63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7011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179A9-2D7D-EAF9-485C-DC32CC0282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9552B9D-F2AB-F215-1E5E-2D90C5FD96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61C96D6-E97A-4848-06AC-85CF092F8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D0E51A-E24E-91B5-89D0-EAA7BAC6B1D6}"/>
              </a:ext>
            </a:extLst>
          </p:cNvPr>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a:extLst>
              <a:ext uri="{FF2B5EF4-FFF2-40B4-BE49-F238E27FC236}">
                <a16:creationId xmlns:a16="http://schemas.microsoft.com/office/drawing/2014/main" id="{4A0453E1-9047-D151-5B7E-53B2ACC60F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66A499-5FE3-0B6D-8830-FE54746CAD8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1381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49BD3-6E40-BAE5-4535-358820EB15A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EAABF06-C1E8-79F7-0906-79FCDBAC1F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D98707B-3323-AFAF-5E96-FD4382B61FA7}"/>
              </a:ext>
            </a:extLst>
          </p:cNvPr>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a:extLst>
              <a:ext uri="{FF2B5EF4-FFF2-40B4-BE49-F238E27FC236}">
                <a16:creationId xmlns:a16="http://schemas.microsoft.com/office/drawing/2014/main" id="{FF905F60-780F-F399-2306-4A6522ED1C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879D01-9DEA-8B69-4EF3-D9E6720D0BF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3627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CBEF57-A3EC-C952-405B-B078611014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07E5C0E-7689-6B33-EF41-901428F697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789ED3E-A94B-1839-5C9C-6AC60C91F470}"/>
              </a:ext>
            </a:extLst>
          </p:cNvPr>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a:extLst>
              <a:ext uri="{FF2B5EF4-FFF2-40B4-BE49-F238E27FC236}">
                <a16:creationId xmlns:a16="http://schemas.microsoft.com/office/drawing/2014/main" id="{6E617621-FA66-CEE9-FB80-250AEAC635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18B292-716A-729B-0666-EBF98AF0A3A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3693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22C0BA-2929-ACEC-89BA-B6761AC7E2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E3F4BF7-9A86-EA25-FAEE-265C8AB25B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91410B1-9301-A907-D0AE-077A65DCA3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D085-E8A6-8845-BD4E-CB4CCA059FC4}" type="datetimeFigureOut">
              <a:rPr lang="en-US" smtClean="0"/>
              <a:t>4/15/2026</a:t>
            </a:fld>
            <a:endParaRPr lang="en-US"/>
          </a:p>
        </p:txBody>
      </p:sp>
      <p:sp>
        <p:nvSpPr>
          <p:cNvPr id="5" name="Footer Placeholder 4">
            <a:extLst>
              <a:ext uri="{FF2B5EF4-FFF2-40B4-BE49-F238E27FC236}">
                <a16:creationId xmlns:a16="http://schemas.microsoft.com/office/drawing/2014/main" id="{B6CDDCE8-5294-F99D-0AD5-93D0DCE0E6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D2BB3C-FFE7-8EA4-9D75-6C5E142211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0978658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ow it works- CorPower Ocean Wave Energy Converters">
            <a:extLst>
              <a:ext uri="{FF2B5EF4-FFF2-40B4-BE49-F238E27FC236}">
                <a16:creationId xmlns:a16="http://schemas.microsoft.com/office/drawing/2014/main" id="{2FDBE68B-5119-D897-6F2C-BD8F5942FA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396" t="593" r="16460" b="1778"/>
          <a:stretch>
            <a:fillRect/>
          </a:stretch>
        </p:blipFill>
        <p:spPr bwMode="auto">
          <a:xfrm>
            <a:off x="3881120" y="-12074"/>
            <a:ext cx="8307831" cy="6897579"/>
          </a:xfrm>
          <a:prstGeom prst="rect">
            <a:avLst/>
          </a:prstGeom>
          <a:noFill/>
          <a:extLst>
            <a:ext uri="{909E8E84-426E-40DD-AFC4-6F175D3DCCD1}">
              <a14:hiddenFill xmlns:a14="http://schemas.microsoft.com/office/drawing/2010/main">
                <a:solidFill>
                  <a:srgbClr val="FFFFFF"/>
                </a:solidFill>
              </a14:hiddenFill>
            </a:ext>
          </a:extLst>
        </p:spPr>
      </p:pic>
      <p:sp>
        <p:nvSpPr>
          <p:cNvPr id="1040" name="Rectangle 103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365125"/>
            <a:ext cx="3822189" cy="1899912"/>
          </a:xfrm>
        </p:spPr>
        <p:txBody>
          <a:bodyPr>
            <a:normAutofit/>
          </a:bodyPr>
          <a:lstStyle/>
          <a:p>
            <a:r>
              <a:rPr lang="en-GB" sz="3700" dirty="0"/>
              <a:t>Point Absorber Control Strategies</a:t>
            </a:r>
          </a:p>
        </p:txBody>
      </p:sp>
      <p:sp>
        <p:nvSpPr>
          <p:cNvPr id="3" name="Content Placeholder 2"/>
          <p:cNvSpPr>
            <a:spLocks noGrp="1"/>
          </p:cNvSpPr>
          <p:nvPr>
            <p:ph idx="1"/>
          </p:nvPr>
        </p:nvSpPr>
        <p:spPr>
          <a:xfrm>
            <a:off x="838200" y="2434201"/>
            <a:ext cx="3822189" cy="3742762"/>
          </a:xfrm>
        </p:spPr>
        <p:txBody>
          <a:bodyPr>
            <a:normAutofit/>
          </a:bodyPr>
          <a:lstStyle/>
          <a:p>
            <a:r>
              <a:rPr lang="en-US" sz="2000" dirty="0"/>
              <a:t>Group 15</a:t>
            </a:r>
          </a:p>
          <a:p>
            <a:r>
              <a:rPr lang="en-US" sz="2000" dirty="0"/>
              <a:t>Wave Energy Project</a:t>
            </a:r>
          </a:p>
          <a:p>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GB" sz="4000" dirty="0">
                <a:solidFill>
                  <a:srgbClr val="FFFFFF"/>
                </a:solidFill>
              </a:rPr>
              <a:t>Problem Overview</a:t>
            </a:r>
          </a:p>
        </p:txBody>
      </p:sp>
      <p:graphicFrame>
        <p:nvGraphicFramePr>
          <p:cNvPr id="5" name="Content Placeholder 2">
            <a:extLst>
              <a:ext uri="{FF2B5EF4-FFF2-40B4-BE49-F238E27FC236}">
                <a16:creationId xmlns:a16="http://schemas.microsoft.com/office/drawing/2014/main" id="{30A69008-4E8A-DA04-EA9B-385EF1C0B0FE}"/>
              </a:ext>
            </a:extLst>
          </p:cNvPr>
          <p:cNvGraphicFramePr>
            <a:graphicFrameLocks noGrp="1"/>
          </p:cNvGraphicFramePr>
          <p:nvPr>
            <p:ph idx="1"/>
            <p:extLst>
              <p:ext uri="{D42A27DB-BD31-4B8C-83A1-F6EECF244321}">
                <p14:modId xmlns:p14="http://schemas.microsoft.com/office/powerpoint/2010/main" val="344607233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Point Absorber </a:t>
            </a:r>
            <a:r>
              <a:rPr dirty="0"/>
              <a:t>Physical System</a:t>
            </a:r>
          </a:p>
        </p:txBody>
      </p:sp>
      <p:sp>
        <p:nvSpPr>
          <p:cNvPr id="3" name="Content Placeholder 2"/>
          <p:cNvSpPr>
            <a:spLocks noGrp="1"/>
          </p:cNvSpPr>
          <p:nvPr>
            <p:ph idx="1"/>
          </p:nvPr>
        </p:nvSpPr>
        <p:spPr/>
        <p:txBody>
          <a:bodyPr/>
          <a:lstStyle/>
          <a:p>
            <a:r>
              <a:rPr dirty="0"/>
              <a:t>Heave motion (vertical oscillation)</a:t>
            </a:r>
          </a:p>
          <a:p>
            <a:r>
              <a:rPr dirty="0"/>
              <a:t>Forces: excitation, buoyancy, radiation damping</a:t>
            </a:r>
          </a:p>
          <a:p>
            <a:r>
              <a:rPr dirty="0"/>
              <a:t>Power Take-Off (PTO) acts as controllable damping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Comparable </a:t>
            </a:r>
            <a:r>
              <a:rPr dirty="0"/>
              <a:t>Mathematical Model</a:t>
            </a:r>
            <a:r>
              <a:rPr lang="en-GB" dirty="0"/>
              <a:t>ling</a:t>
            </a:r>
            <a:endParaRPr dirty="0"/>
          </a:p>
        </p:txBody>
      </p:sp>
      <p:sp>
        <p:nvSpPr>
          <p:cNvPr id="3" name="Content Placeholder 2"/>
          <p:cNvSpPr>
            <a:spLocks noGrp="1"/>
          </p:cNvSpPr>
          <p:nvPr>
            <p:ph idx="1"/>
          </p:nvPr>
        </p:nvSpPr>
        <p:spPr/>
        <p:txBody>
          <a:bodyPr/>
          <a:lstStyle/>
          <a:p>
            <a:r>
              <a:rPr dirty="0"/>
              <a:t>Modelled as a forced damped oscillator</a:t>
            </a:r>
          </a:p>
          <a:p>
            <a:r>
              <a:rPr dirty="0"/>
              <a:t>Includes added mass and hydrostatic stiffness</a:t>
            </a:r>
          </a:p>
          <a:p>
            <a:r>
              <a:rPr dirty="0"/>
              <a:t>Cummins equation introduces memory effects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Hydrodynamic Model</a:t>
            </a:r>
            <a:r>
              <a:rPr lang="en-GB" dirty="0"/>
              <a:t> – Linear Potential Flow Assumptions</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a:buFontTx/>
                  <a:buChar char="-"/>
                </a:pPr>
                <a:r>
                  <a:rPr lang="en-GB" b="1" dirty="0"/>
                  <a:t>Linear Potential Flow </a:t>
                </a:r>
                <a:r>
                  <a:rPr lang="en-GB" dirty="0"/>
                  <a:t>Theory is a common starting point for modelling the hydrodynamics of Point Absorbers.</a:t>
                </a:r>
              </a:p>
              <a:p>
                <a:pPr>
                  <a:buFontTx/>
                  <a:buChar char="-"/>
                </a:pPr>
                <a:r>
                  <a:rPr lang="en-GB" dirty="0"/>
                  <a:t>The fluid is assumed to be: </a:t>
                </a:r>
              </a:p>
              <a:p>
                <a:pPr marL="514350" indent="-514350">
                  <a:buAutoNum type="arabicParenR"/>
                </a:pPr>
                <a:r>
                  <a:rPr lang="en-GB" b="1" dirty="0"/>
                  <a:t>Inviscid: </a:t>
                </a:r>
                <a14:m>
                  <m:oMath xmlns:m="http://schemas.openxmlformats.org/officeDocument/2006/math">
                    <m:r>
                      <a:rPr lang="en-GB" b="1" i="1" smtClean="0">
                        <a:latin typeface="Cambria Math" panose="02040503050406030204" pitchFamily="18" charset="0"/>
                      </a:rPr>
                      <m:t>𝝁</m:t>
                    </m:r>
                    <m:r>
                      <a:rPr lang="en-GB" b="1" i="1" smtClean="0">
                        <a:latin typeface="Cambria Math" panose="02040503050406030204" pitchFamily="18" charset="0"/>
                      </a:rPr>
                      <m:t>=</m:t>
                    </m:r>
                    <m:r>
                      <a:rPr lang="en-GB" b="1" i="1" smtClean="0">
                        <a:latin typeface="Cambria Math" panose="02040503050406030204" pitchFamily="18" charset="0"/>
                      </a:rPr>
                      <m:t>𝟎</m:t>
                    </m:r>
                  </m:oMath>
                </a14:m>
                <a:r>
                  <a:rPr lang="en-GB" b="1" dirty="0"/>
                  <a:t> </a:t>
                </a:r>
                <a:r>
                  <a:rPr lang="en-GB" dirty="0"/>
                  <a:t>, where </a:t>
                </a:r>
                <a14:m>
                  <m:oMath xmlns:m="http://schemas.openxmlformats.org/officeDocument/2006/math">
                    <m:r>
                      <a:rPr lang="en-GB" b="0" i="1" smtClean="0">
                        <a:latin typeface="Cambria Math" panose="02040503050406030204" pitchFamily="18" charset="0"/>
                      </a:rPr>
                      <m:t>𝜇</m:t>
                    </m:r>
                  </m:oMath>
                </a14:m>
                <a:r>
                  <a:rPr lang="en-GB" b="1" dirty="0"/>
                  <a:t> </a:t>
                </a:r>
                <a:r>
                  <a:rPr lang="en-GB" dirty="0"/>
                  <a:t>is the viscosity coefficient</a:t>
                </a:r>
                <a:endParaRPr lang="en-GB" b="1" dirty="0"/>
              </a:p>
              <a:p>
                <a:pPr marL="514350" indent="-514350">
                  <a:buAutoNum type="arabicParenR"/>
                </a:pPr>
                <a:r>
                  <a:rPr lang="en-GB" b="1" dirty="0"/>
                  <a:t>Irrotational: </a:t>
                </a:r>
                <a14:m>
                  <m:oMath xmlns:m="http://schemas.openxmlformats.org/officeDocument/2006/math">
                    <m:r>
                      <a:rPr lang="en-GB" b="1" i="0" smtClean="0">
                        <a:latin typeface="Cambria Math" panose="02040503050406030204" pitchFamily="18" charset="0"/>
                      </a:rPr>
                      <m:t>𝛁</m:t>
                    </m:r>
                    <m:r>
                      <a:rPr lang="en-GB" b="1" i="1" smtClean="0">
                        <a:latin typeface="Cambria Math" panose="02040503050406030204" pitchFamily="18" charset="0"/>
                      </a:rPr>
                      <m:t>×</m:t>
                    </m:r>
                    <m:r>
                      <a:rPr lang="en-GB" b="1" i="1" smtClean="0">
                        <a:latin typeface="Cambria Math" panose="02040503050406030204" pitchFamily="18" charset="0"/>
                      </a:rPr>
                      <m:t>𝒗</m:t>
                    </m:r>
                    <m:r>
                      <a:rPr lang="en-GB" b="1" i="1" smtClean="0">
                        <a:latin typeface="Cambria Math" panose="02040503050406030204" pitchFamily="18" charset="0"/>
                      </a:rPr>
                      <m:t>=</m:t>
                    </m:r>
                    <m:r>
                      <a:rPr lang="en-GB" b="1" i="1" smtClean="0">
                        <a:latin typeface="Cambria Math" panose="02040503050406030204" pitchFamily="18" charset="0"/>
                      </a:rPr>
                      <m:t>𝟎</m:t>
                    </m:r>
                  </m:oMath>
                </a14:m>
                <a:endParaRPr lang="en-GB" b="1" dirty="0"/>
              </a:p>
              <a:p>
                <a:pPr marL="514350" indent="-514350">
                  <a:buAutoNum type="arabicParenR"/>
                </a:pPr>
                <a:r>
                  <a:rPr lang="en-GB" b="1" dirty="0"/>
                  <a:t>Incompressible: </a:t>
                </a:r>
                <a14:m>
                  <m:oMath xmlns:m="http://schemas.openxmlformats.org/officeDocument/2006/math">
                    <m:r>
                      <a:rPr lang="en-GB" b="1" i="0" smtClean="0">
                        <a:latin typeface="Cambria Math" panose="02040503050406030204" pitchFamily="18" charset="0"/>
                      </a:rPr>
                      <m:t>𝛁</m:t>
                    </m:r>
                    <m:r>
                      <a:rPr lang="en-GB" b="1" i="1" smtClean="0">
                        <a:latin typeface="Cambria Math" panose="02040503050406030204" pitchFamily="18" charset="0"/>
                      </a:rPr>
                      <m:t>⋅</m:t>
                    </m:r>
                    <m:r>
                      <a:rPr lang="en-GB" b="1" i="1" smtClean="0">
                        <a:latin typeface="Cambria Math" panose="02040503050406030204" pitchFamily="18" charset="0"/>
                      </a:rPr>
                      <m:t>𝒗</m:t>
                    </m:r>
                    <m:r>
                      <a:rPr lang="en-GB" b="1" i="1" smtClean="0">
                        <a:latin typeface="Cambria Math" panose="02040503050406030204" pitchFamily="18" charset="0"/>
                      </a:rPr>
                      <m:t>=</m:t>
                    </m:r>
                    <m:r>
                      <a:rPr lang="en-GB" b="1" i="1" smtClean="0">
                        <a:latin typeface="Cambria Math" panose="02040503050406030204" pitchFamily="18" charset="0"/>
                      </a:rPr>
                      <m:t>𝟎</m:t>
                    </m:r>
                    <m:r>
                      <a:rPr lang="en-GB" b="1" i="1" smtClean="0">
                        <a:latin typeface="Cambria Math" panose="02040503050406030204" pitchFamily="18" charset="0"/>
                      </a:rPr>
                      <m:t>→</m:t>
                    </m:r>
                    <m:r>
                      <a:rPr lang="en-GB" b="1" i="1" smtClean="0">
                        <a:latin typeface="Cambria Math" panose="02040503050406030204" pitchFamily="18" charset="0"/>
                      </a:rPr>
                      <m:t>𝒗</m:t>
                    </m:r>
                    <m:r>
                      <a:rPr lang="en-GB" b="1" i="1" smtClean="0">
                        <a:latin typeface="Cambria Math" panose="02040503050406030204" pitchFamily="18" charset="0"/>
                      </a:rPr>
                      <m:t>=</m:t>
                    </m:r>
                    <m:r>
                      <a:rPr lang="en-GB" b="1" i="0" smtClean="0">
                        <a:latin typeface="Cambria Math" panose="02040503050406030204" pitchFamily="18" charset="0"/>
                      </a:rPr>
                      <m:t>𝛁</m:t>
                    </m:r>
                    <m:r>
                      <a:rPr lang="en-GB" b="1" i="1" smtClean="0">
                        <a:latin typeface="Cambria Math" panose="02040503050406030204" pitchFamily="18" charset="0"/>
                      </a:rPr>
                      <m:t>𝝓</m:t>
                    </m:r>
                    <m:r>
                      <a:rPr lang="en-GB" b="1" i="0" smtClean="0">
                        <a:latin typeface="Cambria Math" panose="02040503050406030204" pitchFamily="18" charset="0"/>
                      </a:rPr>
                      <m:t> </m:t>
                    </m:r>
                    <m:r>
                      <a:rPr lang="en-GB" b="0" i="0" smtClean="0">
                        <a:latin typeface="Cambria Math" panose="02040503050406030204" pitchFamily="18" charset="0"/>
                      </a:rPr>
                      <m:t>,</m:t>
                    </m:r>
                  </m:oMath>
                </a14:m>
                <a:r>
                  <a:rPr lang="en-GB" b="0" dirty="0"/>
                  <a:t> where </a:t>
                </a:r>
                <a14:m>
                  <m:oMath xmlns:m="http://schemas.openxmlformats.org/officeDocument/2006/math">
                    <m:r>
                      <a:rPr lang="en-GB" b="0" i="1" smtClean="0">
                        <a:latin typeface="Cambria Math" panose="02040503050406030204" pitchFamily="18" charset="0"/>
                      </a:rPr>
                      <m:t>𝜙</m:t>
                    </m:r>
                  </m:oMath>
                </a14:m>
                <a:r>
                  <a:rPr lang="en-GB" b="0" dirty="0"/>
                  <a:t> is called the “velocity potential”</a:t>
                </a:r>
              </a:p>
              <a:p>
                <a:pPr>
                  <a:buFontTx/>
                  <a:buChar char="-"/>
                </a:pPr>
                <a:r>
                  <a:rPr lang="en-GB" dirty="0"/>
                  <a:t>Combining irroration and incompressibility properties gives a key result for solutions to any flow :</a:t>
                </a:r>
                <a14:m>
                  <m:oMath xmlns:m="http://schemas.openxmlformats.org/officeDocument/2006/math">
                    <m:r>
                      <a:rPr lang="en-GB" b="0" i="0" smtClean="0">
                        <a:latin typeface="Cambria Math" panose="02040503050406030204" pitchFamily="18" charset="0"/>
                      </a:rPr>
                      <m:t> </m:t>
                    </m:r>
                    <m:sSup>
                      <m:sSupPr>
                        <m:ctrlPr>
                          <a:rPr lang="en-GB" b="1" i="1" smtClean="0">
                            <a:latin typeface="Cambria Math" panose="02040503050406030204" pitchFamily="18" charset="0"/>
                          </a:rPr>
                        </m:ctrlPr>
                      </m:sSupPr>
                      <m:e>
                        <m:r>
                          <a:rPr lang="en-GB" b="1" i="0" smtClean="0">
                            <a:latin typeface="Cambria Math" panose="02040503050406030204" pitchFamily="18" charset="0"/>
                          </a:rPr>
                          <m:t>𝛁</m:t>
                        </m:r>
                      </m:e>
                      <m:sup>
                        <m:r>
                          <a:rPr lang="en-GB" b="1" i="1" smtClean="0">
                            <a:latin typeface="Cambria Math" panose="02040503050406030204" pitchFamily="18" charset="0"/>
                          </a:rPr>
                          <m:t>𝟐</m:t>
                        </m:r>
                      </m:sup>
                    </m:sSup>
                    <m:r>
                      <a:rPr lang="en-GB" b="1" i="1" smtClean="0">
                        <a:latin typeface="Cambria Math" panose="02040503050406030204" pitchFamily="18" charset="0"/>
                      </a:rPr>
                      <m:t>𝝓</m:t>
                    </m:r>
                    <m:r>
                      <a:rPr lang="en-GB" b="1" i="1" smtClean="0">
                        <a:latin typeface="Cambria Math" panose="02040503050406030204" pitchFamily="18" charset="0"/>
                      </a:rPr>
                      <m:t>=</m:t>
                    </m:r>
                    <m:r>
                      <a:rPr lang="en-GB" b="1" i="1" smtClean="0">
                        <a:latin typeface="Cambria Math" panose="02040503050406030204" pitchFamily="18" charset="0"/>
                      </a:rPr>
                      <m:t>𝟎</m:t>
                    </m:r>
                  </m:oMath>
                </a14:m>
                <a:endParaRPr lang="en-GB" b="1" dirty="0"/>
              </a:p>
              <a:p>
                <a:pPr marL="0" indent="0">
                  <a:buNone/>
                </a:pPr>
                <a:r>
                  <a:rPr lang="en-GB" b="1" dirty="0"/>
                  <a:t>4) Wave amplitude is small with respect to the wavelength</a:t>
                </a:r>
              </a:p>
              <a:p>
                <a:pPr marL="0" indent="0">
                  <a:buNone/>
                </a:pPr>
                <a:endParaRPr lang="en-GB" dirty="0"/>
              </a:p>
              <a:p>
                <a:pPr marL="0" indent="0">
                  <a:buNone/>
                </a:pPr>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3081" b="-2381"/>
                </a:stretch>
              </a:blipFill>
            </p:spPr>
            <p:txBody>
              <a:bodyPr/>
              <a:lstStyle/>
              <a:p>
                <a:r>
                  <a:rPr lang="en-GB">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AC6E9-EFD2-E372-4AD7-70E95781A38C}"/>
              </a:ext>
            </a:extLst>
          </p:cNvPr>
          <p:cNvSpPr>
            <a:spLocks noGrp="1"/>
          </p:cNvSpPr>
          <p:nvPr>
            <p:ph type="title"/>
          </p:nvPr>
        </p:nvSpPr>
        <p:spPr/>
        <p:txBody>
          <a:bodyPr/>
          <a:lstStyle/>
          <a:p>
            <a:r>
              <a:rPr lang="en-US" dirty="0"/>
              <a:t>Hydrodynamic Model – Linear Potential Flow Boundary Conditions</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15FFDA-3E56-7CCC-A10C-878192ABC545}"/>
                  </a:ext>
                </a:extLst>
              </p:cNvPr>
              <p:cNvSpPr>
                <a:spLocks noGrp="1"/>
              </p:cNvSpPr>
              <p:nvPr>
                <p:ph idx="1"/>
              </p:nvPr>
            </p:nvSpPr>
            <p:spPr/>
            <p:txBody>
              <a:bodyPr>
                <a:normAutofit/>
              </a:bodyPr>
              <a:lstStyle/>
              <a:p>
                <a:r>
                  <a:rPr lang="en-GB" dirty="0"/>
                  <a:t>The fluid is also constrained by Boundary Conditions: e.g. kinematics boundary conditions which prohibit the movement of fluid impermeable interfaces.</a:t>
                </a:r>
              </a:p>
              <a:p>
                <a:pPr marL="514350" indent="-514350">
                  <a:buAutoNum type="arabicParenR"/>
                </a:pPr>
                <a:r>
                  <a:rPr lang="en-GB" b="1" dirty="0"/>
                  <a:t>Point Absorber Kinematic Boundary Condition:  </a:t>
                </a:r>
                <a:endParaRPr lang="en-GB" b="1" i="0" dirty="0">
                  <a:latin typeface="Cambria Math" panose="02040503050406030204" pitchFamily="18" charset="0"/>
                </a:endParaRPr>
              </a:p>
              <a:p>
                <a:pPr marL="0" indent="0">
                  <a:buNone/>
                </a:pPr>
                <a:r>
                  <a:rPr lang="en-GB" b="1" dirty="0"/>
                  <a:t>	</a:t>
                </a:r>
                <a14:m>
                  <m:oMath xmlns:m="http://schemas.openxmlformats.org/officeDocument/2006/math">
                    <m:r>
                      <a:rPr lang="en-GB" b="1" i="0" smtClean="0">
                        <a:latin typeface="Cambria Math" panose="02040503050406030204" pitchFamily="18" charset="0"/>
                      </a:rPr>
                      <m:t>𝛁</m:t>
                    </m:r>
                    <m:r>
                      <a:rPr lang="en-GB" b="1" i="1" smtClean="0">
                        <a:latin typeface="Cambria Math" panose="02040503050406030204" pitchFamily="18" charset="0"/>
                      </a:rPr>
                      <m:t>𝝓</m:t>
                    </m:r>
                    <m:r>
                      <a:rPr lang="en-GB" b="1" i="1">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rPr>
                          <m:t>𝒏</m:t>
                        </m:r>
                      </m:e>
                      <m:sub>
                        <m:r>
                          <a:rPr lang="en-GB" b="1" i="1">
                            <a:latin typeface="Cambria Math" panose="02040503050406030204" pitchFamily="18" charset="0"/>
                          </a:rPr>
                          <m:t>𝑩</m:t>
                        </m:r>
                      </m:sub>
                    </m:sSub>
                    <m:r>
                      <a:rPr lang="en-GB" b="1" i="1">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rPr>
                          <m:t>𝒗</m:t>
                        </m:r>
                      </m:e>
                      <m:sub>
                        <m:r>
                          <a:rPr lang="en-GB" b="1" i="1">
                            <a:latin typeface="Cambria Math" panose="02040503050406030204" pitchFamily="18" charset="0"/>
                          </a:rPr>
                          <m:t>𝑩</m:t>
                        </m:r>
                      </m:sub>
                    </m:sSub>
                    <m:r>
                      <a:rPr lang="en-GB" b="1" i="1">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rPr>
                          <m:t>𝒏</m:t>
                        </m:r>
                      </m:e>
                      <m:sub>
                        <m:r>
                          <a:rPr lang="en-GB" b="1" i="1">
                            <a:latin typeface="Cambria Math" panose="02040503050406030204" pitchFamily="18" charset="0"/>
                          </a:rPr>
                          <m:t>𝑩</m:t>
                        </m:r>
                      </m:sub>
                    </m:sSub>
                  </m:oMath>
                </a14:m>
                <a:r>
                  <a:rPr lang="en-GB" b="1" dirty="0"/>
                  <a:t> </a:t>
                </a:r>
                <a:r>
                  <a:rPr lang="en-GB" dirty="0"/>
                  <a:t>, where </a:t>
                </a:r>
                <a14:m>
                  <m:oMath xmlns:m="http://schemas.openxmlformats.org/officeDocument/2006/math">
                    <m:r>
                      <a:rPr lang="en-GB" i="1">
                        <a:latin typeface="Cambria Math" panose="02040503050406030204" pitchFamily="18" charset="0"/>
                      </a:rPr>
                      <m:t>𝐵</m:t>
                    </m:r>
                  </m:oMath>
                </a14:m>
                <a:r>
                  <a:rPr lang="en-GB" dirty="0"/>
                  <a:t> denotes values evaluated at the 	Buoy’s surface</a:t>
                </a:r>
              </a:p>
              <a:p>
                <a:pPr marL="0" indent="0">
                  <a:buNone/>
                </a:pPr>
                <a:r>
                  <a:rPr lang="en-GB" b="1" dirty="0"/>
                  <a:t>2)   Sea Bed Boundary Condition:</a:t>
                </a:r>
              </a:p>
              <a:p>
                <a:pPr marL="0" indent="0">
                  <a:buNone/>
                </a:pPr>
                <a:r>
                  <a:rPr lang="en-GB" b="0" dirty="0"/>
                  <a:t>	</a:t>
                </a:r>
                <a14:m>
                  <m:oMath xmlns:m="http://schemas.openxmlformats.org/officeDocument/2006/math">
                    <m:f>
                      <m:fPr>
                        <m:ctrlPr>
                          <a:rPr lang="en-GB" b="1" i="1" smtClean="0">
                            <a:latin typeface="Cambria Math" panose="02040503050406030204" pitchFamily="18" charset="0"/>
                          </a:rPr>
                        </m:ctrlPr>
                      </m:fPr>
                      <m:num>
                        <m:r>
                          <a:rPr lang="en-GB" b="1" i="1" smtClean="0">
                            <a:latin typeface="Cambria Math" panose="02040503050406030204" pitchFamily="18" charset="0"/>
                          </a:rPr>
                          <m:t>𝝏𝝓</m:t>
                        </m:r>
                      </m:num>
                      <m:den>
                        <m:r>
                          <a:rPr lang="en-GB" b="1" i="1" smtClean="0">
                            <a:latin typeface="Cambria Math" panose="02040503050406030204" pitchFamily="18" charset="0"/>
                          </a:rPr>
                          <m:t>𝝏</m:t>
                        </m:r>
                        <m:r>
                          <a:rPr lang="en-GB" b="1" i="1" smtClean="0">
                            <a:latin typeface="Cambria Math" panose="02040503050406030204" pitchFamily="18" charset="0"/>
                          </a:rPr>
                          <m:t>𝒛</m:t>
                        </m:r>
                      </m:den>
                    </m:f>
                    <m:r>
                      <a:rPr lang="en-GB" b="1" i="1" smtClean="0">
                        <a:latin typeface="Cambria Math" panose="02040503050406030204" pitchFamily="18" charset="0"/>
                      </a:rPr>
                      <m:t>=</m:t>
                    </m:r>
                    <m:r>
                      <a:rPr lang="en-GB" b="1" i="1" smtClean="0">
                        <a:latin typeface="Cambria Math" panose="02040503050406030204" pitchFamily="18" charset="0"/>
                      </a:rPr>
                      <m:t>𝟎</m:t>
                    </m:r>
                  </m:oMath>
                </a14:m>
                <a:r>
                  <a:rPr lang="en-GB" b="1" dirty="0"/>
                  <a:t> , on </a:t>
                </a:r>
                <a14:m>
                  <m:oMath xmlns:m="http://schemas.openxmlformats.org/officeDocument/2006/math">
                    <m:r>
                      <a:rPr lang="en-GB" b="1" i="1" smtClean="0">
                        <a:latin typeface="Cambria Math" panose="02040503050406030204" pitchFamily="18" charset="0"/>
                      </a:rPr>
                      <m:t>𝒛</m:t>
                    </m:r>
                    <m:r>
                      <a:rPr lang="en-GB" b="1" i="1" smtClean="0">
                        <a:latin typeface="Cambria Math" panose="02040503050406030204" pitchFamily="18" charset="0"/>
                      </a:rPr>
                      <m:t>=−</m:t>
                    </m:r>
                    <m:r>
                      <a:rPr lang="en-GB" b="1" i="1" smtClean="0">
                        <a:latin typeface="Cambria Math" panose="02040503050406030204" pitchFamily="18" charset="0"/>
                      </a:rPr>
                      <m:t>𝒉</m:t>
                    </m:r>
                  </m:oMath>
                </a14:m>
                <a:r>
                  <a:rPr lang="en-GB" b="1" dirty="0"/>
                  <a:t> </a:t>
                </a:r>
                <a:r>
                  <a:rPr lang="en-GB" dirty="0"/>
                  <a:t>, where </a:t>
                </a:r>
                <a14:m>
                  <m:oMath xmlns:m="http://schemas.openxmlformats.org/officeDocument/2006/math">
                    <m:r>
                      <a:rPr lang="en-GB" b="0" i="1" smtClean="0">
                        <a:latin typeface="Cambria Math" panose="02040503050406030204" pitchFamily="18" charset="0"/>
                      </a:rPr>
                      <m:t>h</m:t>
                    </m:r>
                  </m:oMath>
                </a14:m>
                <a:r>
                  <a:rPr lang="en-GB" dirty="0"/>
                  <a:t> is the depth of the sea</a:t>
                </a:r>
              </a:p>
            </p:txBody>
          </p:sp>
        </mc:Choice>
        <mc:Fallback xmlns="">
          <p:sp>
            <p:nvSpPr>
              <p:cNvPr id="3" name="Content Placeholder 2">
                <a:extLst>
                  <a:ext uri="{FF2B5EF4-FFF2-40B4-BE49-F238E27FC236}">
                    <a16:creationId xmlns:a16="http://schemas.microsoft.com/office/drawing/2014/main" id="{AA15FFDA-3E56-7CCC-A10C-878192ABC545}"/>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GB">
                    <a:noFill/>
                  </a:rPr>
                  <a:t> </a:t>
                </a:r>
              </a:p>
            </p:txBody>
          </p:sp>
        </mc:Fallback>
      </mc:AlternateContent>
    </p:spTree>
    <p:extLst>
      <p:ext uri="{BB962C8B-B14F-4D97-AF65-F5344CB8AC3E}">
        <p14:creationId xmlns:p14="http://schemas.microsoft.com/office/powerpoint/2010/main" val="2399991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5D006-1C2E-F4F5-7196-992F6CFB0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338890-70ED-3A92-D07F-50B7D0BD1A1C}"/>
              </a:ext>
            </a:extLst>
          </p:cNvPr>
          <p:cNvSpPr>
            <a:spLocks noGrp="1"/>
          </p:cNvSpPr>
          <p:nvPr>
            <p:ph type="title"/>
          </p:nvPr>
        </p:nvSpPr>
        <p:spPr/>
        <p:txBody>
          <a:bodyPr/>
          <a:lstStyle/>
          <a:p>
            <a:r>
              <a:rPr lang="en-US" dirty="0"/>
              <a:t>Hydrodynamic Model – Linear Potential Flow Boundary Conditions</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2E419C-ED51-E0EC-C3DA-266863473B4C}"/>
                  </a:ext>
                </a:extLst>
              </p:cNvPr>
              <p:cNvSpPr>
                <a:spLocks noGrp="1"/>
              </p:cNvSpPr>
              <p:nvPr>
                <p:ph idx="1"/>
              </p:nvPr>
            </p:nvSpPr>
            <p:spPr/>
            <p:txBody>
              <a:bodyPr>
                <a:normAutofit/>
              </a:bodyPr>
              <a:lstStyle/>
              <a:p>
                <a:pPr marL="0" indent="0">
                  <a:buNone/>
                </a:pPr>
                <a:r>
                  <a:rPr lang="en-GB" b="1" dirty="0"/>
                  <a:t>3a)   Free Surface - Linearized Kinematic Boundary Condition:</a:t>
                </a:r>
              </a:p>
              <a:p>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𝐷𝐹</m:t>
                        </m:r>
                      </m:num>
                      <m:den>
                        <m:r>
                          <a:rPr lang="en-GB" i="1">
                            <a:latin typeface="Cambria Math" panose="02040503050406030204" pitchFamily="18" charset="0"/>
                          </a:rPr>
                          <m:t>𝐷𝑡</m:t>
                        </m:r>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𝐹</m:t>
                        </m:r>
                      </m:num>
                      <m:den>
                        <m:r>
                          <a:rPr lang="en-GB" i="1">
                            <a:latin typeface="Cambria Math" panose="02040503050406030204" pitchFamily="18" charset="0"/>
                          </a:rPr>
                          <m:t>𝜕</m:t>
                        </m:r>
                        <m:r>
                          <a:rPr lang="en-GB" i="1">
                            <a:latin typeface="Cambria Math" panose="02040503050406030204" pitchFamily="18" charset="0"/>
                          </a:rPr>
                          <m:t>𝑡</m:t>
                        </m:r>
                      </m:den>
                    </m:f>
                    <m:r>
                      <a:rPr lang="en-GB" i="1">
                        <a:latin typeface="Cambria Math" panose="02040503050406030204" pitchFamily="18" charset="0"/>
                      </a:rPr>
                      <m:t>+</m:t>
                    </m:r>
                    <m:r>
                      <m:rPr>
                        <m:sty m:val="p"/>
                      </m:rPr>
                      <a:rPr lang="en-GB">
                        <a:latin typeface="Cambria Math" panose="02040503050406030204" pitchFamily="18" charset="0"/>
                      </a:rPr>
                      <m:t>∇</m:t>
                    </m:r>
                    <m:r>
                      <a:rPr lang="en-GB" i="1">
                        <a:latin typeface="Cambria Math" panose="02040503050406030204" pitchFamily="18" charset="0"/>
                      </a:rPr>
                      <m:t>𝜙</m:t>
                    </m:r>
                    <m:r>
                      <a:rPr lang="en-GB" i="1">
                        <a:latin typeface="Cambria Math" panose="02040503050406030204" pitchFamily="18" charset="0"/>
                      </a:rPr>
                      <m:t>⋅</m:t>
                    </m:r>
                    <m:r>
                      <m:rPr>
                        <m:sty m:val="p"/>
                      </m:rPr>
                      <a:rPr lang="en-GB">
                        <a:latin typeface="Cambria Math" panose="02040503050406030204" pitchFamily="18" charset="0"/>
                      </a:rPr>
                      <m:t>∇</m:t>
                    </m:r>
                    <m:r>
                      <a:rPr lang="en-GB" i="1">
                        <a:latin typeface="Cambria Math" panose="02040503050406030204" pitchFamily="18" charset="0"/>
                      </a:rPr>
                      <m:t>𝐹</m:t>
                    </m:r>
                    <m:r>
                      <a:rPr lang="en-GB" i="1">
                        <a:latin typeface="Cambria Math" panose="02040503050406030204" pitchFamily="18" charset="0"/>
                      </a:rPr>
                      <m:t> </m:t>
                    </m:r>
                  </m:oMath>
                </a14:m>
                <a:endParaRPr lang="en-GB" dirty="0"/>
              </a:p>
              <a:p>
                <a:r>
                  <a:rPr lang="en-GB" dirty="0"/>
                  <a:t>Substituting </a:t>
                </a:r>
                <a14:m>
                  <m:oMath xmlns:m="http://schemas.openxmlformats.org/officeDocument/2006/math">
                    <m:r>
                      <a:rPr lang="en-GB" i="1">
                        <a:latin typeface="Cambria Math" panose="02040503050406030204" pitchFamily="18" charset="0"/>
                      </a:rPr>
                      <m:t>𝐹</m:t>
                    </m:r>
                    <m:r>
                      <a:rPr lang="en-GB" i="1">
                        <a:latin typeface="Cambria Math" panose="02040503050406030204" pitchFamily="18" charset="0"/>
                      </a:rPr>
                      <m:t>=</m:t>
                    </m:r>
                    <m:r>
                      <a:rPr lang="en-GB" i="1">
                        <a:latin typeface="Cambria Math" panose="02040503050406030204" pitchFamily="18" charset="0"/>
                      </a:rPr>
                      <m:t>𝑧</m:t>
                    </m:r>
                    <m:r>
                      <a:rPr lang="en-GB" i="1">
                        <a:latin typeface="Cambria Math" panose="02040503050406030204" pitchFamily="18" charset="0"/>
                      </a:rPr>
                      <m:t>−</m:t>
                    </m:r>
                    <m:r>
                      <a:rPr lang="en-GB" i="1">
                        <a:latin typeface="Cambria Math" panose="02040503050406030204" pitchFamily="18" charset="0"/>
                      </a:rPr>
                      <m:t>𝜂</m:t>
                    </m:r>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𝑦</m:t>
                        </m:r>
                        <m:r>
                          <a:rPr lang="en-GB" i="1">
                            <a:latin typeface="Cambria Math" panose="02040503050406030204" pitchFamily="18" charset="0"/>
                          </a:rPr>
                          <m:t>, </m:t>
                        </m:r>
                        <m:r>
                          <a:rPr lang="en-GB" i="1">
                            <a:latin typeface="Cambria Math" panose="02040503050406030204" pitchFamily="18" charset="0"/>
                          </a:rPr>
                          <m:t>𝑡</m:t>
                        </m:r>
                      </m:e>
                    </m:d>
                  </m:oMath>
                </a14:m>
                <a:r>
                  <a:rPr lang="en-GB" dirty="0"/>
                  <a:t> the result is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𝜕𝜂</m:t>
                        </m:r>
                      </m:num>
                      <m:den>
                        <m:r>
                          <a:rPr lang="en-GB" i="1">
                            <a:latin typeface="Cambria Math" panose="02040503050406030204" pitchFamily="18" charset="0"/>
                          </a:rPr>
                          <m:t>𝜕</m:t>
                        </m:r>
                        <m:r>
                          <a:rPr lang="en-GB" i="1">
                            <a:latin typeface="Cambria Math" panose="02040503050406030204" pitchFamily="18" charset="0"/>
                          </a:rPr>
                          <m:t>𝑡</m:t>
                        </m:r>
                      </m:den>
                    </m:f>
                    <m:r>
                      <a:rPr lang="en-GB" i="1">
                        <a:latin typeface="Cambria Math" panose="02040503050406030204" pitchFamily="18" charset="0"/>
                      </a:rPr>
                      <m:t>+</m:t>
                    </m:r>
                    <m:r>
                      <a:rPr lang="en-GB" i="1">
                        <a:latin typeface="Cambria Math" panose="02040503050406030204" pitchFamily="18" charset="0"/>
                      </a:rPr>
                      <m:t>𝑢</m:t>
                    </m:r>
                    <m:f>
                      <m:fPr>
                        <m:ctrlPr>
                          <a:rPr lang="en-GB" i="1">
                            <a:latin typeface="Cambria Math" panose="02040503050406030204" pitchFamily="18" charset="0"/>
                          </a:rPr>
                        </m:ctrlPr>
                      </m:fPr>
                      <m:num>
                        <m:r>
                          <a:rPr lang="en-GB" i="1">
                            <a:latin typeface="Cambria Math" panose="02040503050406030204" pitchFamily="18" charset="0"/>
                          </a:rPr>
                          <m:t>𝜕𝜂</m:t>
                        </m:r>
                      </m:num>
                      <m:den>
                        <m:r>
                          <a:rPr lang="en-GB" i="1">
                            <a:latin typeface="Cambria Math" panose="02040503050406030204" pitchFamily="18" charset="0"/>
                          </a:rPr>
                          <m:t>𝜕</m:t>
                        </m:r>
                        <m:r>
                          <a:rPr lang="en-GB" i="1">
                            <a:latin typeface="Cambria Math" panose="02040503050406030204" pitchFamily="18" charset="0"/>
                          </a:rPr>
                          <m:t>𝑥</m:t>
                        </m:r>
                      </m:den>
                    </m:f>
                    <m:r>
                      <a:rPr lang="en-GB" i="1">
                        <a:latin typeface="Cambria Math" panose="02040503050406030204" pitchFamily="18" charset="0"/>
                      </a:rPr>
                      <m:t>+</m:t>
                    </m:r>
                    <m:r>
                      <a:rPr lang="en-GB" i="1">
                        <a:latin typeface="Cambria Math" panose="02040503050406030204" pitchFamily="18" charset="0"/>
                      </a:rPr>
                      <m:t>𝑣</m:t>
                    </m:r>
                    <m:f>
                      <m:fPr>
                        <m:ctrlPr>
                          <a:rPr lang="en-GB" i="1">
                            <a:latin typeface="Cambria Math" panose="02040503050406030204" pitchFamily="18" charset="0"/>
                          </a:rPr>
                        </m:ctrlPr>
                      </m:fPr>
                      <m:num>
                        <m:r>
                          <a:rPr lang="en-GB" i="1">
                            <a:latin typeface="Cambria Math" panose="02040503050406030204" pitchFamily="18" charset="0"/>
                          </a:rPr>
                          <m:t>𝜕𝜂</m:t>
                        </m:r>
                      </m:num>
                      <m:den>
                        <m:r>
                          <a:rPr lang="en-GB" i="1">
                            <a:latin typeface="Cambria Math" panose="02040503050406030204" pitchFamily="18" charset="0"/>
                          </a:rPr>
                          <m:t>𝜕</m:t>
                        </m:r>
                        <m:r>
                          <a:rPr lang="en-GB" i="1">
                            <a:latin typeface="Cambria Math" panose="02040503050406030204" pitchFamily="18" charset="0"/>
                          </a:rPr>
                          <m:t>𝑦</m:t>
                        </m:r>
                      </m:den>
                    </m:f>
                    <m:r>
                      <a:rPr lang="en-GB" i="1">
                        <a:latin typeface="Cambria Math" panose="02040503050406030204" pitchFamily="18" charset="0"/>
                      </a:rPr>
                      <m:t>=</m:t>
                    </m:r>
                    <m:r>
                      <a:rPr lang="en-GB" i="1">
                        <a:latin typeface="Cambria Math" panose="02040503050406030204" pitchFamily="18" charset="0"/>
                      </a:rPr>
                      <m:t>𝑤</m:t>
                    </m:r>
                  </m:oMath>
                </a14:m>
                <a:endParaRPr lang="en-GB" dirty="0"/>
              </a:p>
              <a:p>
                <a:r>
                  <a:rPr lang="en-GB" dirty="0"/>
                  <a:t> Assuming the wave height is small to compare to wavelength,  second order terms can be ignored to acceptable accuracy yielding a linearized approximation </a:t>
                </a:r>
                <a14:m>
                  <m:oMath xmlns:m="http://schemas.openxmlformats.org/officeDocument/2006/math">
                    <m:f>
                      <m:fPr>
                        <m:ctrlPr>
                          <a:rPr lang="en-GB" b="1" i="1">
                            <a:latin typeface="Cambria Math" panose="02040503050406030204" pitchFamily="18" charset="0"/>
                          </a:rPr>
                        </m:ctrlPr>
                      </m:fPr>
                      <m:num>
                        <m:r>
                          <a:rPr lang="en-GB" b="1" i="1">
                            <a:latin typeface="Cambria Math" panose="02040503050406030204" pitchFamily="18" charset="0"/>
                          </a:rPr>
                          <m:t>𝝏𝜼</m:t>
                        </m:r>
                      </m:num>
                      <m:den>
                        <m:r>
                          <a:rPr lang="en-GB" b="1" i="1">
                            <a:latin typeface="Cambria Math" panose="02040503050406030204" pitchFamily="18" charset="0"/>
                          </a:rPr>
                          <m:t>𝝏</m:t>
                        </m:r>
                        <m:r>
                          <a:rPr lang="en-GB" b="1" i="1">
                            <a:latin typeface="Cambria Math" panose="02040503050406030204" pitchFamily="18" charset="0"/>
                          </a:rPr>
                          <m:t>𝒕</m:t>
                        </m:r>
                      </m:den>
                    </m:f>
                    <m:r>
                      <a:rPr lang="en-GB" b="1" i="1">
                        <a:latin typeface="Cambria Math" panose="02040503050406030204" pitchFamily="18" charset="0"/>
                      </a:rPr>
                      <m:t>=</m:t>
                    </m:r>
                    <m:r>
                      <a:rPr lang="en-GB" b="1" i="1">
                        <a:latin typeface="Cambria Math" panose="02040503050406030204" pitchFamily="18" charset="0"/>
                      </a:rPr>
                      <m:t>𝒘</m:t>
                    </m:r>
                  </m:oMath>
                </a14:m>
                <a:endParaRPr lang="en-GB" dirty="0"/>
              </a:p>
            </p:txBody>
          </p:sp>
        </mc:Choice>
        <mc:Fallback xmlns="">
          <p:sp>
            <p:nvSpPr>
              <p:cNvPr id="3" name="Content Placeholder 2">
                <a:extLst>
                  <a:ext uri="{FF2B5EF4-FFF2-40B4-BE49-F238E27FC236}">
                    <a16:creationId xmlns:a16="http://schemas.microsoft.com/office/drawing/2014/main" id="{2E2E419C-ED51-E0EC-C3DA-266863473B4C}"/>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GB">
                    <a:noFill/>
                  </a:rPr>
                  <a:t> </a:t>
                </a:r>
              </a:p>
            </p:txBody>
          </p:sp>
        </mc:Fallback>
      </mc:AlternateContent>
    </p:spTree>
    <p:extLst>
      <p:ext uri="{BB962C8B-B14F-4D97-AF65-F5344CB8AC3E}">
        <p14:creationId xmlns:p14="http://schemas.microsoft.com/office/powerpoint/2010/main" val="3205175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65925-FC83-0D25-A2D0-4E9FBA12F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6DA01-7B48-41DF-C554-D95D24EE2238}"/>
              </a:ext>
            </a:extLst>
          </p:cNvPr>
          <p:cNvSpPr>
            <a:spLocks noGrp="1"/>
          </p:cNvSpPr>
          <p:nvPr>
            <p:ph type="title"/>
          </p:nvPr>
        </p:nvSpPr>
        <p:spPr/>
        <p:txBody>
          <a:bodyPr/>
          <a:lstStyle/>
          <a:p>
            <a:r>
              <a:rPr lang="en-US" dirty="0"/>
              <a:t>Hydrodynamic Model – Linear Potential Flow Boundary Conditions</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C5537E-8148-2F3E-E6F1-389620C2CB35}"/>
                  </a:ext>
                </a:extLst>
              </p:cNvPr>
              <p:cNvSpPr>
                <a:spLocks noGrp="1"/>
              </p:cNvSpPr>
              <p:nvPr>
                <p:ph idx="1"/>
              </p:nvPr>
            </p:nvSpPr>
            <p:spPr/>
            <p:txBody>
              <a:bodyPr>
                <a:normAutofit/>
              </a:bodyPr>
              <a:lstStyle/>
              <a:p>
                <a:pPr marL="0" indent="0">
                  <a:buNone/>
                </a:pPr>
                <a:r>
                  <a:rPr lang="en-GB" b="1" dirty="0"/>
                  <a:t>3b)   Free Surface - Linearized Dynamic Boundary Condition:</a:t>
                </a:r>
              </a:p>
              <a:p>
                <a:r>
                  <a:rPr lang="en-GB" dirty="0"/>
                  <a:t>Pressure either side of the free surface interface must be atmospheric.</a:t>
                </a:r>
              </a:p>
              <a:p>
                <a:r>
                  <a:rPr lang="en-GB" dirty="0"/>
                  <a:t>Bernoulli’s equation for unsteady flow  Yields: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𝜕𝜙</m:t>
                        </m:r>
                      </m:num>
                      <m:den>
                        <m:r>
                          <a:rPr lang="en-GB" b="0" i="1" smtClean="0">
                            <a:latin typeface="Cambria Math" panose="02040503050406030204" pitchFamily="18" charset="0"/>
                          </a:rPr>
                          <m:t>𝜕</m:t>
                        </m:r>
                        <m:r>
                          <m:rPr>
                            <m:sty m:val="p"/>
                          </m:rPr>
                          <a:rPr lang="en-GB" b="0" i="1" smtClean="0">
                            <a:latin typeface="Cambria Math" panose="02040503050406030204" pitchFamily="18" charset="0"/>
                          </a:rPr>
                          <m:t>t</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Sup>
                      <m:sSupPr>
                        <m:ctrlPr>
                          <a:rPr lang="en-GB" b="0" i="1" smtClean="0">
                            <a:latin typeface="Cambria Math" panose="02040503050406030204" pitchFamily="18" charset="0"/>
                          </a:rPr>
                        </m:ctrlPr>
                      </m:sSupPr>
                      <m:e>
                        <m:d>
                          <m:dPr>
                            <m:begChr m:val="|"/>
                            <m:endChr m:val="|"/>
                            <m:ctrlPr>
                              <a:rPr lang="en-GB" b="0" i="1" smtClean="0">
                                <a:latin typeface="Cambria Math" panose="02040503050406030204" pitchFamily="18" charset="0"/>
                              </a:rPr>
                            </m:ctrlPr>
                          </m:dPr>
                          <m:e>
                            <m:r>
                              <m:rPr>
                                <m:sty m:val="p"/>
                              </m:rPr>
                              <a:rPr lang="en-GB" b="0" i="0" smtClean="0">
                                <a:latin typeface="Cambria Math" panose="02040503050406030204" pitchFamily="18" charset="0"/>
                              </a:rPr>
                              <m:t>∇</m:t>
                            </m:r>
                            <m:r>
                              <a:rPr lang="en-GB" b="0" i="1" smtClean="0">
                                <a:latin typeface="Cambria Math" panose="02040503050406030204" pitchFamily="18" charset="0"/>
                              </a:rPr>
                              <m:t>𝜙</m:t>
                            </m:r>
                          </m:e>
                        </m:d>
                      </m:e>
                      <m:sup>
                        <m:r>
                          <a:rPr lang="en-GB" b="0" i="1" smtClean="0">
                            <a:latin typeface="Cambria Math" panose="02040503050406030204" pitchFamily="18" charset="0"/>
                          </a:rPr>
                          <m:t>2</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𝑃</m:t>
                        </m:r>
                      </m:num>
                      <m:den>
                        <m:r>
                          <a:rPr lang="en-GB" b="0" i="1" smtClean="0">
                            <a:latin typeface="Cambria Math" panose="02040503050406030204" pitchFamily="18" charset="0"/>
                          </a:rPr>
                          <m:t>𝜌</m:t>
                        </m:r>
                      </m:den>
                    </m:f>
                    <m:r>
                      <a:rPr lang="en-GB" b="0" i="1" smtClean="0">
                        <a:latin typeface="Cambria Math" panose="02040503050406030204" pitchFamily="18" charset="0"/>
                      </a:rPr>
                      <m:t>+</m:t>
                    </m:r>
                    <m:r>
                      <a:rPr lang="en-GB" b="0" i="1" smtClean="0">
                        <a:latin typeface="Cambria Math" panose="02040503050406030204" pitchFamily="18" charset="0"/>
                      </a:rPr>
                      <m:t>𝑔𝑧</m:t>
                    </m:r>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endParaRPr lang="en-GB" dirty="0"/>
              </a:p>
              <a:p>
                <a:r>
                  <a:rPr lang="en-GB" dirty="0"/>
                  <a:t>Neglecting the non-linear velocity squared term and setting </a:t>
                </a:r>
                <a14:m>
                  <m:oMath xmlns:m="http://schemas.openxmlformats.org/officeDocument/2006/math">
                    <m:r>
                      <a:rPr lang="en-GB" b="0" i="1" smtClean="0">
                        <a:latin typeface="Cambria Math" panose="02040503050406030204" pitchFamily="18" charset="0"/>
                      </a:rPr>
                      <m:t>𝑃</m:t>
                    </m:r>
                    <m:r>
                      <a:rPr lang="en-GB" b="0" i="1" smtClean="0">
                        <a:latin typeface="Cambria Math" panose="02040503050406030204" pitchFamily="18" charset="0"/>
                      </a:rPr>
                      <m:t>=0</m:t>
                    </m:r>
                  </m:oMath>
                </a14:m>
                <a:r>
                  <a:rPr lang="en-GB" dirty="0"/>
                  <a:t> at </a:t>
                </a:r>
                <a14:m>
                  <m:oMath xmlns:m="http://schemas.openxmlformats.org/officeDocument/2006/math">
                    <m:r>
                      <a:rPr lang="en-GB" b="0" i="1" smtClean="0">
                        <a:latin typeface="Cambria Math" panose="02040503050406030204" pitchFamily="18" charset="0"/>
                      </a:rPr>
                      <m:t>𝜂</m:t>
                    </m:r>
                    <m:r>
                      <a:rPr lang="en-GB" b="0" i="1" smtClean="0">
                        <a:latin typeface="Cambria Math" panose="02040503050406030204" pitchFamily="18" charset="0"/>
                      </a:rPr>
                      <m:t>=</m:t>
                    </m:r>
                    <m:r>
                      <a:rPr lang="en-GB" b="0" i="1" smtClean="0">
                        <a:latin typeface="Cambria Math" panose="02040503050406030204" pitchFamily="18" charset="0"/>
                      </a:rPr>
                      <m:t>𝑧</m:t>
                    </m:r>
                  </m:oMath>
                </a14:m>
                <a:r>
                  <a:rPr lang="en-GB" dirty="0"/>
                  <a:t> and rearranging provides:</a:t>
                </a:r>
              </a:p>
              <a:p>
                <a14:m>
                  <m:oMath xmlns:m="http://schemas.openxmlformats.org/officeDocument/2006/math">
                    <m:r>
                      <a:rPr lang="en-GB" b="0" i="1" smtClean="0">
                        <a:latin typeface="Cambria Math" panose="02040503050406030204" pitchFamily="18" charset="0"/>
                      </a:rPr>
                      <m:t>𝜂</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𝑔</m:t>
                        </m:r>
                      </m:den>
                    </m:f>
                    <m:f>
                      <m:fPr>
                        <m:ctrlPr>
                          <a:rPr lang="en-GB" b="0" i="1" smtClean="0">
                            <a:latin typeface="Cambria Math" panose="02040503050406030204" pitchFamily="18" charset="0"/>
                          </a:rPr>
                        </m:ctrlPr>
                      </m:fPr>
                      <m:num>
                        <m:r>
                          <a:rPr lang="en-GB" b="0" i="1" smtClean="0">
                            <a:latin typeface="Cambria Math" panose="02040503050406030204" pitchFamily="18" charset="0"/>
                          </a:rPr>
                          <m:t>𝜕𝜙</m:t>
                        </m:r>
                      </m:num>
                      <m:den>
                        <m:r>
                          <a:rPr lang="en-GB" b="0" i="1" smtClean="0">
                            <a:latin typeface="Cambria Math" panose="02040503050406030204" pitchFamily="18" charset="0"/>
                          </a:rPr>
                          <m:t>𝜕</m:t>
                        </m:r>
                        <m:r>
                          <a:rPr lang="en-GB" b="0" i="1" smtClean="0">
                            <a:latin typeface="Cambria Math" panose="02040503050406030204" pitchFamily="18" charset="0"/>
                          </a:rPr>
                          <m:t>𝑡</m:t>
                        </m:r>
                      </m:den>
                    </m:f>
                  </m:oMath>
                </a14:m>
                <a:r>
                  <a:rPr lang="en-GB" dirty="0"/>
                  <a:t>, at </a:t>
                </a:r>
                <a14:m>
                  <m:oMath xmlns:m="http://schemas.openxmlformats.org/officeDocument/2006/math">
                    <m:r>
                      <a:rPr lang="en-GB" b="0" i="1" smtClean="0">
                        <a:latin typeface="Cambria Math" panose="02040503050406030204" pitchFamily="18" charset="0"/>
                      </a:rPr>
                      <m:t>𝑧</m:t>
                    </m:r>
                    <m:r>
                      <a:rPr lang="en-GB" b="0" i="1" smtClean="0">
                        <a:latin typeface="Cambria Math" panose="02040503050406030204" pitchFamily="18" charset="0"/>
                      </a:rPr>
                      <m:t>=0</m:t>
                    </m:r>
                  </m:oMath>
                </a14:m>
                <a:endParaRPr lang="en-GB" dirty="0"/>
              </a:p>
              <a:p>
                <a:endParaRPr lang="en-GB" dirty="0"/>
              </a:p>
              <a:p>
                <a:pPr marL="0" indent="0">
                  <a:buNone/>
                </a:pPr>
                <a:endParaRPr lang="en-GB" dirty="0"/>
              </a:p>
              <a:p>
                <a:endParaRPr lang="en-GB" dirty="0"/>
              </a:p>
            </p:txBody>
          </p:sp>
        </mc:Choice>
        <mc:Fallback xmlns="">
          <p:sp>
            <p:nvSpPr>
              <p:cNvPr id="3" name="Content Placeholder 2">
                <a:extLst>
                  <a:ext uri="{FF2B5EF4-FFF2-40B4-BE49-F238E27FC236}">
                    <a16:creationId xmlns:a16="http://schemas.microsoft.com/office/drawing/2014/main" id="{D7C5537E-8148-2F3E-E6F1-389620C2CB35}"/>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GB">
                    <a:noFill/>
                  </a:rPr>
                  <a:t> </a:t>
                </a:r>
              </a:p>
            </p:txBody>
          </p:sp>
        </mc:Fallback>
      </mc:AlternateContent>
    </p:spTree>
    <p:extLst>
      <p:ext uri="{BB962C8B-B14F-4D97-AF65-F5344CB8AC3E}">
        <p14:creationId xmlns:p14="http://schemas.microsoft.com/office/powerpoint/2010/main" val="2467392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BFF76-ED25-F5C1-FB6A-01E8EA10F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5A7340-C707-3B39-896A-FADACB0AD49F}"/>
              </a:ext>
            </a:extLst>
          </p:cNvPr>
          <p:cNvSpPr>
            <a:spLocks noGrp="1"/>
          </p:cNvSpPr>
          <p:nvPr>
            <p:ph type="title"/>
          </p:nvPr>
        </p:nvSpPr>
        <p:spPr/>
        <p:txBody>
          <a:bodyPr/>
          <a:lstStyle/>
          <a:p>
            <a:r>
              <a:rPr lang="en-US" dirty="0"/>
              <a:t>Hydrodynamic Model – Linear Potential Flow Boundary Conditions</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E1B830-1F0A-07A5-500D-A72F0B4B54EA}"/>
                  </a:ext>
                </a:extLst>
              </p:cNvPr>
              <p:cNvSpPr>
                <a:spLocks noGrp="1"/>
              </p:cNvSpPr>
              <p:nvPr>
                <p:ph idx="1"/>
              </p:nvPr>
            </p:nvSpPr>
            <p:spPr/>
            <p:txBody>
              <a:bodyPr>
                <a:normAutofit/>
              </a:bodyPr>
              <a:lstStyle/>
              <a:p>
                <a:pPr marL="0" indent="0">
                  <a:buNone/>
                </a:pPr>
                <a:r>
                  <a:rPr lang="en-GB" b="1" dirty="0"/>
                  <a:t>Combining the Free Surface Conditions:</a:t>
                </a:r>
              </a:p>
              <a:p>
                <a:pPr marL="0" indent="0">
                  <a:buNone/>
                </a:pPr>
                <a14:m>
                  <m:oMath xmlns:m="http://schemas.openxmlformats.org/officeDocument/2006/math">
                    <m:r>
                      <a:rPr lang="en-GB" b="0" i="1" smtClean="0">
                        <a:latin typeface="Cambria Math" panose="02040503050406030204" pitchFamily="18" charset="0"/>
                      </a:rPr>
                      <m:t>𝜂</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𝑔</m:t>
                        </m:r>
                      </m:den>
                    </m:f>
                    <m:f>
                      <m:fPr>
                        <m:ctrlPr>
                          <a:rPr lang="en-GB" b="0" i="1" smtClean="0">
                            <a:latin typeface="Cambria Math" panose="02040503050406030204" pitchFamily="18" charset="0"/>
                          </a:rPr>
                        </m:ctrlPr>
                      </m:fPr>
                      <m:num>
                        <m:r>
                          <a:rPr lang="en-GB" b="0" i="1" smtClean="0">
                            <a:latin typeface="Cambria Math" panose="02040503050406030204" pitchFamily="18" charset="0"/>
                          </a:rPr>
                          <m:t>𝜕𝜙</m:t>
                        </m:r>
                      </m:num>
                      <m:den>
                        <m:r>
                          <a:rPr lang="en-GB" b="0" i="1" smtClean="0">
                            <a:latin typeface="Cambria Math" panose="02040503050406030204" pitchFamily="18" charset="0"/>
                          </a:rPr>
                          <m:t>𝜕</m:t>
                        </m:r>
                        <m:r>
                          <a:rPr lang="en-GB" b="0" i="1" smtClean="0">
                            <a:latin typeface="Cambria Math" panose="02040503050406030204" pitchFamily="18" charset="0"/>
                          </a:rPr>
                          <m:t>𝑡</m:t>
                        </m:r>
                      </m:den>
                    </m:f>
                  </m:oMath>
                </a14:m>
                <a:r>
                  <a:rPr lang="en-GB" dirty="0"/>
                  <a:t>, at </a:t>
                </a:r>
                <a14:m>
                  <m:oMath xmlns:m="http://schemas.openxmlformats.org/officeDocument/2006/math">
                    <m:r>
                      <a:rPr lang="en-GB" b="0" i="1" smtClean="0">
                        <a:latin typeface="Cambria Math" panose="02040503050406030204" pitchFamily="18" charset="0"/>
                      </a:rPr>
                      <m:t>𝑧</m:t>
                    </m:r>
                    <m:r>
                      <a:rPr lang="en-GB" b="0" i="1" smtClean="0">
                        <a:latin typeface="Cambria Math" panose="02040503050406030204" pitchFamily="18" charset="0"/>
                      </a:rPr>
                      <m:t>=0</m:t>
                    </m:r>
                  </m:oMath>
                </a14:m>
                <a:r>
                  <a:rPr lang="en-GB" dirty="0"/>
                  <a:t> and </a:t>
                </a:r>
                <a14:m>
                  <m:oMath xmlns:m="http://schemas.openxmlformats.org/officeDocument/2006/math">
                    <m:f>
                      <m:fPr>
                        <m:ctrlPr>
                          <a:rPr lang="en-GB" i="1">
                            <a:latin typeface="Cambria Math" panose="02040503050406030204" pitchFamily="18" charset="0"/>
                          </a:rPr>
                        </m:ctrlPr>
                      </m:fPr>
                      <m:num>
                        <m:r>
                          <a:rPr lang="en-GB" b="0" i="1">
                            <a:latin typeface="Cambria Math" panose="02040503050406030204" pitchFamily="18" charset="0"/>
                          </a:rPr>
                          <m:t>𝜕𝜂</m:t>
                        </m:r>
                      </m:num>
                      <m:den>
                        <m:r>
                          <a:rPr lang="en-GB" b="0" i="1">
                            <a:latin typeface="Cambria Math" panose="02040503050406030204" pitchFamily="18" charset="0"/>
                          </a:rPr>
                          <m:t>𝜕</m:t>
                        </m:r>
                        <m:r>
                          <a:rPr lang="en-GB" b="0" i="1">
                            <a:latin typeface="Cambria Math" panose="02040503050406030204" pitchFamily="18" charset="0"/>
                          </a:rPr>
                          <m:t>𝑡</m:t>
                        </m:r>
                      </m:den>
                    </m:f>
                    <m:r>
                      <a:rPr lang="en-GB" b="0" i="1">
                        <a:latin typeface="Cambria Math" panose="02040503050406030204" pitchFamily="18" charset="0"/>
                      </a:rPr>
                      <m:t>=</m:t>
                    </m:r>
                    <m:r>
                      <a:rPr lang="en-GB" b="0" i="1">
                        <a:latin typeface="Cambria Math" panose="02040503050406030204" pitchFamily="18" charset="0"/>
                      </a:rPr>
                      <m:t>𝑤</m:t>
                    </m:r>
                  </m:oMath>
                </a14:m>
                <a:endParaRPr lang="en-GB" dirty="0"/>
              </a:p>
              <a:p>
                <a:pPr marL="0" indent="0">
                  <a:buNone/>
                </a:pPr>
                <a:r>
                  <a:rPr lang="en-GB" b="1" dirty="0"/>
                  <a:t>Gives: </a:t>
                </a:r>
                <a14:m>
                  <m:oMath xmlns:m="http://schemas.openxmlformats.org/officeDocument/2006/math">
                    <m:f>
                      <m:fPr>
                        <m:ctrlPr>
                          <a:rPr lang="en-GB" b="1" i="1" smtClean="0">
                            <a:latin typeface="Cambria Math" panose="02040503050406030204" pitchFamily="18" charset="0"/>
                          </a:rPr>
                        </m:ctrlPr>
                      </m:fPr>
                      <m:num>
                        <m:sSup>
                          <m:sSupPr>
                            <m:ctrlPr>
                              <a:rPr lang="en-GB" b="1" i="1" smtClean="0">
                                <a:latin typeface="Cambria Math" panose="02040503050406030204" pitchFamily="18" charset="0"/>
                              </a:rPr>
                            </m:ctrlPr>
                          </m:sSupPr>
                          <m:e>
                            <m:r>
                              <a:rPr lang="en-GB" b="1" i="1" smtClean="0">
                                <a:latin typeface="Cambria Math" panose="02040503050406030204" pitchFamily="18" charset="0"/>
                              </a:rPr>
                              <m:t>𝝏</m:t>
                            </m:r>
                          </m:e>
                          <m:sup>
                            <m:r>
                              <a:rPr lang="en-GB" b="1" i="1" smtClean="0">
                                <a:latin typeface="Cambria Math" panose="02040503050406030204" pitchFamily="18" charset="0"/>
                              </a:rPr>
                              <m:t>𝟐</m:t>
                            </m:r>
                          </m:sup>
                        </m:sSup>
                        <m:r>
                          <a:rPr lang="en-GB" b="1" i="1" smtClean="0">
                            <a:latin typeface="Cambria Math" panose="02040503050406030204" pitchFamily="18" charset="0"/>
                          </a:rPr>
                          <m:t>𝝓</m:t>
                        </m:r>
                      </m:num>
                      <m:den>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𝒕</m:t>
                            </m:r>
                          </m:e>
                          <m:sup>
                            <m:r>
                              <a:rPr lang="en-GB" b="1" i="1" smtClean="0">
                                <a:latin typeface="Cambria Math" panose="02040503050406030204" pitchFamily="18" charset="0"/>
                              </a:rPr>
                              <m:t>𝟐</m:t>
                            </m:r>
                          </m:sup>
                        </m:sSup>
                      </m:den>
                    </m:f>
                    <m:r>
                      <a:rPr lang="en-GB" b="1" i="1" smtClean="0">
                        <a:latin typeface="Cambria Math" panose="02040503050406030204" pitchFamily="18" charset="0"/>
                      </a:rPr>
                      <m:t>+</m:t>
                    </m:r>
                    <m:r>
                      <a:rPr lang="en-GB" b="1" i="1" smtClean="0">
                        <a:latin typeface="Cambria Math" panose="02040503050406030204" pitchFamily="18" charset="0"/>
                      </a:rPr>
                      <m:t>𝒈</m:t>
                    </m:r>
                    <m:f>
                      <m:fPr>
                        <m:ctrlPr>
                          <a:rPr lang="en-GB" b="1" i="1" smtClean="0">
                            <a:latin typeface="Cambria Math" panose="02040503050406030204" pitchFamily="18" charset="0"/>
                          </a:rPr>
                        </m:ctrlPr>
                      </m:fPr>
                      <m:num>
                        <m:r>
                          <a:rPr lang="en-GB" b="1" i="1" smtClean="0">
                            <a:latin typeface="Cambria Math" panose="02040503050406030204" pitchFamily="18" charset="0"/>
                          </a:rPr>
                          <m:t>𝝏𝝓</m:t>
                        </m:r>
                      </m:num>
                      <m:den>
                        <m:r>
                          <a:rPr lang="en-GB" b="1" i="1" smtClean="0">
                            <a:latin typeface="Cambria Math" panose="02040503050406030204" pitchFamily="18" charset="0"/>
                          </a:rPr>
                          <m:t>𝝏</m:t>
                        </m:r>
                        <m:r>
                          <a:rPr lang="en-GB" b="1" i="1" smtClean="0">
                            <a:latin typeface="Cambria Math" panose="02040503050406030204" pitchFamily="18" charset="0"/>
                          </a:rPr>
                          <m:t>𝒛</m:t>
                        </m:r>
                      </m:den>
                    </m:f>
                    <m:r>
                      <a:rPr lang="en-GB" b="1" i="1" smtClean="0">
                        <a:latin typeface="Cambria Math" panose="02040503050406030204" pitchFamily="18" charset="0"/>
                      </a:rPr>
                      <m:t>=</m:t>
                    </m:r>
                    <m:r>
                      <a:rPr lang="en-GB" b="1" i="1" smtClean="0">
                        <a:latin typeface="Cambria Math" panose="02040503050406030204" pitchFamily="18" charset="0"/>
                      </a:rPr>
                      <m:t>𝟎</m:t>
                    </m:r>
                  </m:oMath>
                </a14:m>
                <a:r>
                  <a:rPr lang="en-GB" b="1" dirty="0"/>
                  <a:t> </a:t>
                </a:r>
                <a:r>
                  <a:rPr lang="en-GB" dirty="0"/>
                  <a:t>on </a:t>
                </a:r>
                <a14:m>
                  <m:oMath xmlns:m="http://schemas.openxmlformats.org/officeDocument/2006/math">
                    <m:r>
                      <a:rPr lang="en-GB" b="1" i="1" smtClean="0">
                        <a:latin typeface="Cambria Math" panose="02040503050406030204" pitchFamily="18" charset="0"/>
                      </a:rPr>
                      <m:t>𝒛</m:t>
                    </m:r>
                    <m:r>
                      <a:rPr lang="en-GB" b="1" i="1" smtClean="0">
                        <a:latin typeface="Cambria Math" panose="02040503050406030204" pitchFamily="18" charset="0"/>
                      </a:rPr>
                      <m:t>=</m:t>
                    </m:r>
                    <m:r>
                      <a:rPr lang="en-GB" b="1" i="1" smtClean="0">
                        <a:latin typeface="Cambria Math" panose="02040503050406030204" pitchFamily="18" charset="0"/>
                      </a:rPr>
                      <m:t>𝟎</m:t>
                    </m:r>
                  </m:oMath>
                </a14:m>
                <a:endParaRPr lang="en-GB" b="1" dirty="0"/>
              </a:p>
            </p:txBody>
          </p:sp>
        </mc:Choice>
        <mc:Fallback xmlns="">
          <p:sp>
            <p:nvSpPr>
              <p:cNvPr id="3" name="Content Placeholder 2">
                <a:extLst>
                  <a:ext uri="{FF2B5EF4-FFF2-40B4-BE49-F238E27FC236}">
                    <a16:creationId xmlns:a16="http://schemas.microsoft.com/office/drawing/2014/main" id="{88E1B830-1F0A-07A5-500D-A72F0B4B54EA}"/>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GB">
                    <a:noFill/>
                  </a:rPr>
                  <a:t> </a:t>
                </a:r>
              </a:p>
            </p:txBody>
          </p:sp>
        </mc:Fallback>
      </mc:AlternateContent>
    </p:spTree>
    <p:extLst>
      <p:ext uri="{BB962C8B-B14F-4D97-AF65-F5344CB8AC3E}">
        <p14:creationId xmlns:p14="http://schemas.microsoft.com/office/powerpoint/2010/main" val="1952117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6ECF4-D3C5-937F-3079-93A7D566DF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D2CEF-9C1E-73FB-4ECB-2AF4041CF115}"/>
              </a:ext>
            </a:extLst>
          </p:cNvPr>
          <p:cNvSpPr>
            <a:spLocks noGrp="1"/>
          </p:cNvSpPr>
          <p:nvPr>
            <p:ph type="title"/>
          </p:nvPr>
        </p:nvSpPr>
        <p:spPr/>
        <p:txBody>
          <a:bodyPr/>
          <a:lstStyle/>
          <a:p>
            <a:r>
              <a:rPr lang="en-US" dirty="0"/>
              <a:t>Hydrodynamic Model – 2 Types of Problem</a:t>
            </a:r>
            <a:endParaRPr lang="en-GB" dirty="0"/>
          </a:p>
        </p:txBody>
      </p:sp>
      <p:sp>
        <p:nvSpPr>
          <p:cNvPr id="3" name="Content Placeholder 2">
            <a:extLst>
              <a:ext uri="{FF2B5EF4-FFF2-40B4-BE49-F238E27FC236}">
                <a16:creationId xmlns:a16="http://schemas.microsoft.com/office/drawing/2014/main" id="{620804E2-91EA-7C7A-A212-0571D409163C}"/>
              </a:ext>
            </a:extLst>
          </p:cNvPr>
          <p:cNvSpPr>
            <a:spLocks noGrp="1"/>
          </p:cNvSpPr>
          <p:nvPr>
            <p:ph idx="1"/>
          </p:nvPr>
        </p:nvSpPr>
        <p:spPr/>
        <p:txBody>
          <a:bodyPr>
            <a:normAutofit/>
          </a:bodyPr>
          <a:lstStyle/>
          <a:p>
            <a:pPr marL="514350" indent="-514350">
              <a:buFont typeface="+mj-lt"/>
              <a:buAutoNum type="arabicPeriod"/>
            </a:pPr>
            <a:r>
              <a:rPr lang="en-GB" b="1" dirty="0"/>
              <a:t>Radiation Problem: </a:t>
            </a:r>
            <a:r>
              <a:rPr lang="en-US" dirty="0"/>
              <a:t>The normal velocity on the body surface corresponds to the motion of the body along one of its degrees of freedom. The resolution of the Laplace problem allows to derive the added mass and the radiation damping associated with this degree of freedom.</a:t>
            </a:r>
          </a:p>
          <a:p>
            <a:pPr marL="514350" indent="-514350">
              <a:buFont typeface="+mj-lt"/>
              <a:buAutoNum type="arabicPeriod"/>
            </a:pPr>
            <a:r>
              <a:rPr lang="en-US" b="1" dirty="0"/>
              <a:t>Diffraction Problem: </a:t>
            </a:r>
            <a:r>
              <a:rPr lang="en-US" dirty="0"/>
              <a:t>The velocity on the floating body is given by the velocity of Airy’s wave field. Once the problem has been solved, the linear Froude-Krylov force is computed by the integration of the pressure</a:t>
            </a:r>
            <a:endParaRPr lang="en-US" b="1" dirty="0"/>
          </a:p>
          <a:p>
            <a:pPr marL="0" indent="0">
              <a:buNone/>
            </a:pPr>
            <a:endParaRPr lang="en-GB" b="1" dirty="0"/>
          </a:p>
        </p:txBody>
      </p:sp>
    </p:spTree>
    <p:extLst>
      <p:ext uri="{BB962C8B-B14F-4D97-AF65-F5344CB8AC3E}">
        <p14:creationId xmlns:p14="http://schemas.microsoft.com/office/powerpoint/2010/main" val="916908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E97F3-2CC5-E8B0-45F4-3A412BBDC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D0DAE-CF73-A2AF-4C05-F3575666884A}"/>
              </a:ext>
            </a:extLst>
          </p:cNvPr>
          <p:cNvSpPr>
            <a:spLocks noGrp="1"/>
          </p:cNvSpPr>
          <p:nvPr>
            <p:ph type="title"/>
          </p:nvPr>
        </p:nvSpPr>
        <p:spPr/>
        <p:txBody>
          <a:bodyPr>
            <a:normAutofit fontScale="90000"/>
          </a:bodyPr>
          <a:lstStyle/>
          <a:p>
            <a:r>
              <a:rPr lang="en-US" dirty="0"/>
              <a:t>Hydrodynamic Model – Boundary Element Method to Solve Linear Potential Flow Problem’s</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49D694-DDFC-EF08-2C7D-EFE4BE2BA302}"/>
                  </a:ext>
                </a:extLst>
              </p:cNvPr>
              <p:cNvSpPr>
                <a:spLocks noGrp="1"/>
              </p:cNvSpPr>
              <p:nvPr>
                <p:ph idx="1"/>
              </p:nvPr>
            </p:nvSpPr>
            <p:spPr/>
            <p:txBody>
              <a:bodyPr>
                <a:normAutofit fontScale="85000" lnSpcReduction="20000"/>
              </a:bodyPr>
              <a:lstStyle/>
              <a:p>
                <a:endParaRPr lang="en-GB" dirty="0"/>
              </a:p>
              <a:p>
                <a:r>
                  <a:rPr lang="en-GB" dirty="0"/>
                  <a:t>The LaPlace’s equation a linear differential operator can be rewritten as a boundary integral problem via the introduction of an appropriate Green’s Function. </a:t>
                </a:r>
                <a:r>
                  <a:rPr lang="en-GB" i="1" dirty="0"/>
                  <a:t>See technical notes.</a:t>
                </a:r>
              </a:p>
              <a:p>
                <a:r>
                  <a:rPr lang="en-GB" dirty="0"/>
                  <a:t>This method also transforms the 3-dimensional problem into a 2-dimensional one resulting in a surface integral.</a:t>
                </a:r>
              </a:p>
              <a:p>
                <a:r>
                  <a:rPr lang="en-GB" dirty="0"/>
                  <a:t>The potential of the surface of the floating body can be written as a function of a source distribution:</a:t>
                </a:r>
              </a:p>
              <a:p>
                <a14:m>
                  <m:oMath xmlns:m="http://schemas.openxmlformats.org/officeDocument/2006/math">
                    <m:r>
                      <a:rPr lang="en-GB" b="0" i="1" smtClean="0">
                        <a:latin typeface="Cambria Math" panose="02040503050406030204" pitchFamily="18" charset="0"/>
                      </a:rPr>
                      <m:t>𝜙</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nary>
                      <m:naryPr>
                        <m:chr m:val="∬"/>
                        <m:supHide m:val="on"/>
                        <m:ctrlPr>
                          <a:rPr lang="en-GB" b="0" i="1" smtClean="0">
                            <a:latin typeface="Cambria Math" panose="02040503050406030204" pitchFamily="18" charset="0"/>
                          </a:rPr>
                        </m:ctrlPr>
                      </m:naryPr>
                      <m:sub>
                        <m:r>
                          <m:rPr>
                            <m:brk m:alnAt="7"/>
                          </m:rPr>
                          <a:rPr lang="en-GB" b="0" i="1" smtClean="0">
                            <a:latin typeface="Cambria Math" panose="02040503050406030204" pitchFamily="18" charset="0"/>
                          </a:rPr>
                          <m:t>𝐵</m:t>
                        </m:r>
                      </m:sub>
                      <m:sup/>
                      <m:e>
                        <m:r>
                          <a:rPr lang="en-GB" b="0" i="1" smtClean="0">
                            <a:latin typeface="Cambria Math" panose="02040503050406030204" pitchFamily="18" charset="0"/>
                          </a:rPr>
                          <m:t>𝜎</m:t>
                        </m:r>
                        <m:d>
                          <m:dPr>
                            <m:ctrlPr>
                              <a:rPr lang="en-GB" b="0" i="1" smtClean="0">
                                <a:latin typeface="Cambria Math" panose="02040503050406030204" pitchFamily="18" charset="0"/>
                              </a:rPr>
                            </m:ctrlPr>
                          </m:dPr>
                          <m:e>
                            <m:r>
                              <a:rPr lang="en-GB" b="0" i="1" smtClean="0">
                                <a:latin typeface="Cambria Math" panose="02040503050406030204" pitchFamily="18" charset="0"/>
                              </a:rPr>
                              <m:t>𝜉</m:t>
                            </m:r>
                          </m:e>
                        </m:d>
                        <m:r>
                          <a:rPr lang="en-GB" b="0" i="1" smtClean="0">
                            <a:latin typeface="Cambria Math" panose="02040503050406030204" pitchFamily="18" charset="0"/>
                          </a:rPr>
                          <m:t>𝐺</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𝜉</m:t>
                            </m:r>
                          </m:e>
                        </m:d>
                        <m:r>
                          <a:rPr lang="en-GB" b="0" i="1" smtClean="0">
                            <a:latin typeface="Cambria Math" panose="02040503050406030204" pitchFamily="18" charset="0"/>
                          </a:rPr>
                          <m:t>𝑑𝑆</m:t>
                        </m:r>
                        <m:d>
                          <m:dPr>
                            <m:ctrlPr>
                              <a:rPr lang="en-GB" b="0" i="1" smtClean="0">
                                <a:latin typeface="Cambria Math" panose="02040503050406030204" pitchFamily="18" charset="0"/>
                              </a:rPr>
                            </m:ctrlPr>
                          </m:dPr>
                          <m:e>
                            <m:r>
                              <a:rPr lang="en-GB" b="0" i="1" smtClean="0">
                                <a:latin typeface="Cambria Math" panose="02040503050406030204" pitchFamily="18" charset="0"/>
                              </a:rPr>
                              <m:t>𝜉</m:t>
                            </m:r>
                          </m:e>
                        </m:d>
                      </m:e>
                    </m:nary>
                  </m:oMath>
                </a14:m>
                <a:r>
                  <a:rPr lang="en-GB" dirty="0"/>
                  <a:t>, where </a:t>
                </a:r>
                <a14:m>
                  <m:oMath xmlns:m="http://schemas.openxmlformats.org/officeDocument/2006/math">
                    <m:r>
                      <a:rPr lang="en-GB" b="0" i="1" smtClean="0">
                        <a:latin typeface="Cambria Math" panose="02040503050406030204" pitchFamily="18" charset="0"/>
                      </a:rPr>
                      <m:t>𝑥</m:t>
                    </m:r>
                  </m:oMath>
                </a14:m>
                <a:r>
                  <a:rPr lang="en-GB" dirty="0"/>
                  <a:t> is the coordinate in 3d space, and </a:t>
                </a:r>
                <a14:m>
                  <m:oMath xmlns:m="http://schemas.openxmlformats.org/officeDocument/2006/math">
                    <m:r>
                      <a:rPr lang="en-GB" b="0" i="1" smtClean="0">
                        <a:latin typeface="Cambria Math" panose="02040503050406030204" pitchFamily="18" charset="0"/>
                      </a:rPr>
                      <m:t>𝜉</m:t>
                    </m:r>
                  </m:oMath>
                </a14:m>
                <a:r>
                  <a:rPr lang="en-GB" dirty="0"/>
                  <a:t> represents points on the buoy’s surface.</a:t>
                </a:r>
              </a:p>
              <a:p>
                <a:r>
                  <a:rPr lang="en-GB" dirty="0"/>
                  <a:t>In our modelling we used a open-source module called </a:t>
                </a:r>
                <a:r>
                  <a:rPr lang="en-GB" b="1" dirty="0" err="1"/>
                  <a:t>Capytaine</a:t>
                </a:r>
                <a:r>
                  <a:rPr lang="en-GB" b="1" dirty="0"/>
                  <a:t>, </a:t>
                </a:r>
                <a:r>
                  <a:rPr lang="en-GB" dirty="0"/>
                  <a:t>based upon MIT’s WAMIT, that dealt with discretising the buoy into a mesh and the solving the integral with a specific Green’s function that was selected for our problem.</a:t>
                </a:r>
              </a:p>
              <a:p>
                <a:endParaRPr lang="en-GB" dirty="0"/>
              </a:p>
              <a:p>
                <a:pPr marL="0" indent="0">
                  <a:buNone/>
                </a:pPr>
                <a:endParaRPr lang="en-GB" dirty="0"/>
              </a:p>
              <a:p>
                <a:endParaRPr lang="en-GB" dirty="0"/>
              </a:p>
            </p:txBody>
          </p:sp>
        </mc:Choice>
        <mc:Fallback xmlns="">
          <p:sp>
            <p:nvSpPr>
              <p:cNvPr id="3" name="Content Placeholder 2">
                <a:extLst>
                  <a:ext uri="{FF2B5EF4-FFF2-40B4-BE49-F238E27FC236}">
                    <a16:creationId xmlns:a16="http://schemas.microsoft.com/office/drawing/2014/main" id="{DA49D694-DDFC-EF08-2C7D-EFE4BE2BA302}"/>
                  </a:ext>
                </a:extLst>
              </p:cNvPr>
              <p:cNvSpPr>
                <a:spLocks noGrp="1" noRot="1" noChangeAspect="1" noMove="1" noResize="1" noEditPoints="1" noAdjustHandles="1" noChangeArrowheads="1" noChangeShapeType="1" noTextEdit="1"/>
              </p:cNvSpPr>
              <p:nvPr>
                <p:ph idx="1"/>
              </p:nvPr>
            </p:nvSpPr>
            <p:spPr>
              <a:blipFill>
                <a:blip r:embed="rId2"/>
                <a:stretch>
                  <a:fillRect l="-812" b="-3641"/>
                </a:stretch>
              </a:blipFill>
            </p:spPr>
            <p:txBody>
              <a:bodyPr/>
              <a:lstStyle/>
              <a:p>
                <a:r>
                  <a:rPr lang="en-GB">
                    <a:noFill/>
                  </a:rPr>
                  <a:t> </a:t>
                </a:r>
              </a:p>
            </p:txBody>
          </p:sp>
        </mc:Fallback>
      </mc:AlternateContent>
    </p:spTree>
    <p:extLst>
      <p:ext uri="{BB962C8B-B14F-4D97-AF65-F5344CB8AC3E}">
        <p14:creationId xmlns:p14="http://schemas.microsoft.com/office/powerpoint/2010/main" val="1616180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8F694-A675-7A1B-EF42-1777B5AD5CF4}"/>
              </a:ext>
            </a:extLst>
          </p:cNvPr>
          <p:cNvSpPr>
            <a:spLocks noGrp="1"/>
          </p:cNvSpPr>
          <p:nvPr>
            <p:ph type="title"/>
          </p:nvPr>
        </p:nvSpPr>
        <p:spPr/>
        <p:txBody>
          <a:bodyPr/>
          <a:lstStyle/>
          <a:p>
            <a:r>
              <a:rPr lang="en-GB" dirty="0"/>
              <a:t>Equation of Motion for the Buoy: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3ABCDB-266D-FA2D-0597-4877C3C4309D}"/>
                  </a:ext>
                </a:extLst>
              </p:cNvPr>
              <p:cNvSpPr>
                <a:spLocks noGrp="1"/>
              </p:cNvSpPr>
              <p:nvPr>
                <p:ph idx="1"/>
              </p:nvPr>
            </p:nvSpPr>
            <p:spPr>
              <a:xfrm>
                <a:off x="838200" y="1540933"/>
                <a:ext cx="10515600" cy="4842934"/>
              </a:xfrm>
            </p:spPr>
            <p:txBody>
              <a:bodyPr>
                <a:normAutofit fontScale="85000" lnSpcReduction="20000"/>
              </a:bodyPr>
              <a:lstStyle/>
              <a:p>
                <a:r>
                  <a:rPr lang="en-GB" dirty="0"/>
                  <a:t>The Cummins equation is a EOM for semi-submerged bodies.</a:t>
                </a:r>
              </a:p>
              <a:p>
                <a:r>
                  <a:rPr lang="en-GB" dirty="0"/>
                  <a:t>It is as follows: </a:t>
                </a:r>
              </a:p>
              <a:p>
                <a:pPr marL="0" indent="0">
                  <a:buNone/>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𝑀</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m:t>
                              </m:r>
                            </m:sub>
                          </m:sSub>
                        </m:e>
                      </m:d>
                      <m:r>
                        <a:rPr lang="en-GB" b="0" i="1" smtClean="0">
                          <a:latin typeface="Cambria Math" panose="02040503050406030204" pitchFamily="18" charset="0"/>
                        </a:rPr>
                        <m:t>ẍ</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m:t>
                      </m:r>
                      <m:nary>
                        <m:naryPr>
                          <m:chr m:val="∬"/>
                          <m:ctrlPr>
                            <a:rPr lang="en-GB" b="0" i="1" smtClean="0">
                              <a:latin typeface="Cambria Math" panose="02040503050406030204" pitchFamily="18" charset="0"/>
                              <a:ea typeface="Cambria Math" panose="02040503050406030204" pitchFamily="18" charset="0"/>
                            </a:rPr>
                          </m:ctrlPr>
                        </m:naryPr>
                        <m:sub>
                          <m:r>
                            <m:rPr>
                              <m:brk m:alnAt="23"/>
                            </m:rPr>
                            <a:rPr lang="en-GB" b="0" i="1" smtClean="0">
                              <a:latin typeface="Cambria Math" panose="02040503050406030204" pitchFamily="18" charset="0"/>
                              <a:ea typeface="Cambria Math" panose="02040503050406030204" pitchFamily="18" charset="0"/>
                            </a:rPr>
                            <m:t>0</m:t>
                          </m:r>
                        </m:sub>
                        <m:sup>
                          <m:r>
                            <a:rPr lang="en-GB" b="0" i="1" smtClean="0">
                              <a:latin typeface="Cambria Math" panose="02040503050406030204" pitchFamily="18" charset="0"/>
                              <a:ea typeface="Cambria Math" panose="02040503050406030204" pitchFamily="18" charset="0"/>
                            </a:rPr>
                            <m:t>𝑡</m:t>
                          </m:r>
                        </m:sup>
                        <m:e>
                          <m:r>
                            <a:rPr lang="en-GB" b="0" i="1" smtClean="0">
                              <a:latin typeface="Cambria Math" panose="02040503050406030204" pitchFamily="18" charset="0"/>
                              <a:ea typeface="Cambria Math" panose="02040503050406030204" pitchFamily="18" charset="0"/>
                            </a:rPr>
                            <m:t>𝐾</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𝜏</m:t>
                          </m:r>
                          <m:r>
                            <a:rPr lang="en-GB" b="0" i="1" smtClean="0">
                              <a:latin typeface="Cambria Math" panose="02040503050406030204" pitchFamily="18" charset="0"/>
                              <a:ea typeface="Cambria Math" panose="02040503050406030204" pitchFamily="18" charset="0"/>
                            </a:rPr>
                            <m:t>) </m:t>
                          </m:r>
                          <m:acc>
                            <m:accPr>
                              <m:chr m:val="̇"/>
                              <m:ctrlPr>
                                <a:rPr lang="en-GB" b="0" i="1" smtClean="0">
                                  <a:latin typeface="Cambria Math" panose="02040503050406030204" pitchFamily="18" charset="0"/>
                                </a:rPr>
                              </m:ctrlPr>
                            </m:accPr>
                            <m:e>
                              <m:r>
                                <m:rPr>
                                  <m:sty m:val="p"/>
                                </m:rPr>
                                <a:rPr lang="en-GB" b="0" i="1" smtClean="0">
                                  <a:latin typeface="Cambria Math" panose="02040503050406030204" pitchFamily="18" charset="0"/>
                                </a:rPr>
                                <m:t>x</m:t>
                              </m:r>
                            </m:e>
                          </m:acc>
                        </m:e>
                      </m:nary>
                      <m:r>
                        <m:rPr>
                          <m:sty m:val="p"/>
                        </m:rPr>
                        <a:rPr lang="en-GB" b="0" i="0" smtClean="0">
                          <a:latin typeface="Cambria Math" panose="02040503050406030204" pitchFamily="18" charset="0"/>
                          <a:ea typeface="Cambria Math" panose="02040503050406030204" pitchFamily="18" charset="0"/>
                        </a:rPr>
                        <m:t>d</m:t>
                      </m:r>
                      <m:r>
                        <m:rPr>
                          <m:sty m:val="p"/>
                        </m:rPr>
                        <a:rPr lang="en-GB" b="0" i="1" smtClean="0">
                          <a:latin typeface="Cambria Math" panose="02040503050406030204" pitchFamily="18" charset="0"/>
                          <a:ea typeface="Cambria Math" panose="02040503050406030204" pitchFamily="18" charset="0"/>
                        </a:rPr>
                        <m:t>τ</m:t>
                      </m:r>
                      <m:r>
                        <a:rPr lang="en-GB" b="0" i="1" smtClean="0">
                          <a:latin typeface="Cambria Math" panose="02040503050406030204" pitchFamily="18" charset="0"/>
                          <a:ea typeface="Cambria Math" panose="02040503050406030204" pitchFamily="18" charset="0"/>
                        </a:rPr>
                        <m:t> +</m:t>
                      </m:r>
                      <m:r>
                        <m:rPr>
                          <m:sty m:val="p"/>
                        </m:rPr>
                        <a:rPr lang="en-GB" b="0" i="1" smtClean="0">
                          <a:latin typeface="Cambria Math" panose="02040503050406030204" pitchFamily="18" charset="0"/>
                          <a:ea typeface="Cambria Math" panose="02040503050406030204" pitchFamily="18" charset="0"/>
                        </a:rPr>
                        <m:t>Cx</m:t>
                      </m:r>
                      <m:r>
                        <a:rPr lang="en-GB" b="0" i="1" smtClean="0">
                          <a:latin typeface="Cambria Math" panose="02040503050406030204" pitchFamily="18" charset="0"/>
                          <a:ea typeface="Cambria Math" panose="02040503050406030204" pitchFamily="18" charset="0"/>
                        </a:rPr>
                        <m:t>(</m:t>
                      </m:r>
                      <m:r>
                        <m:rPr>
                          <m:sty m:val="p"/>
                        </m:rPr>
                        <a:rPr lang="en-GB" b="0" i="1" smtClean="0">
                          <a:latin typeface="Cambria Math" panose="02040503050406030204" pitchFamily="18" charset="0"/>
                          <a:ea typeface="Cambria Math" panose="02040503050406030204" pitchFamily="18" charset="0"/>
                        </a:rPr>
                        <m:t>t</m:t>
                      </m:r>
                      <m:r>
                        <a:rPr lang="en-GB" b="0" i="1" smtClean="0">
                          <a:latin typeface="Cambria Math" panose="02040503050406030204" pitchFamily="18" charset="0"/>
                          <a:ea typeface="Cambria Math" panose="02040503050406030204" pitchFamily="18" charset="0"/>
                        </a:rPr>
                        <m:t>) + </m:t>
                      </m:r>
                      <m:r>
                        <m:rPr>
                          <m:sty m:val="p"/>
                        </m:rPr>
                        <a:rPr lang="en-GB" b="0" i="1" smtClean="0">
                          <a:latin typeface="Cambria Math" panose="02040503050406030204" pitchFamily="18" charset="0"/>
                          <a:ea typeface="Cambria Math" panose="02040503050406030204" pitchFamily="18" charset="0"/>
                        </a:rPr>
                        <m:t>U</m:t>
                      </m:r>
                      <m:r>
                        <a:rPr lang="en-GB" b="0" i="1" smtClean="0">
                          <a:latin typeface="Cambria Math" panose="02040503050406030204" pitchFamily="18" charset="0"/>
                          <a:ea typeface="Cambria Math" panose="02040503050406030204" pitchFamily="18" charset="0"/>
                        </a:rPr>
                        <m:t>= </m:t>
                      </m:r>
                      <m:sSub>
                        <m:sSubPr>
                          <m:ctrlPr>
                            <a:rPr lang="en-GB" i="1" dirty="0" smtClean="0">
                              <a:latin typeface="Cambria Math" panose="02040503050406030204" pitchFamily="18" charset="0"/>
                            </a:rPr>
                          </m:ctrlPr>
                        </m:sSubPr>
                        <m:e>
                          <m:r>
                            <m:rPr>
                              <m:sty m:val="p"/>
                            </m:rPr>
                            <a:rPr lang="en-GB" b="0" i="1" dirty="0" smtClean="0">
                              <a:latin typeface="Cambria Math" panose="02040503050406030204" pitchFamily="18" charset="0"/>
                            </a:rPr>
                            <m:t>F</m:t>
                          </m:r>
                        </m:e>
                        <m:sub>
                          <m:r>
                            <m:rPr>
                              <m:sty m:val="p"/>
                            </m:rPr>
                            <a:rPr lang="en-GB" b="0" i="1" dirty="0" smtClean="0">
                              <a:latin typeface="Cambria Math" panose="02040503050406030204" pitchFamily="18" charset="0"/>
                            </a:rPr>
                            <m:t>exc</m:t>
                          </m:r>
                        </m:sub>
                      </m:sSub>
                      <m:r>
                        <a:rPr lang="en-GB" b="0" i="1" smtClean="0">
                          <a:latin typeface="Cambria Math" panose="02040503050406030204" pitchFamily="18" charset="0"/>
                          <a:ea typeface="Cambria Math" panose="02040503050406030204" pitchFamily="18" charset="0"/>
                        </a:rPr>
                        <m:t>(</m:t>
                      </m:r>
                      <m:r>
                        <m:rPr>
                          <m:sty m:val="p"/>
                        </m:rPr>
                        <a:rPr lang="en-GB" b="0" i="1" smtClean="0">
                          <a:latin typeface="Cambria Math" panose="02040503050406030204" pitchFamily="18" charset="0"/>
                          <a:ea typeface="Cambria Math" panose="02040503050406030204" pitchFamily="18" charset="0"/>
                        </a:rPr>
                        <m:t>t</m:t>
                      </m:r>
                      <m:r>
                        <a:rPr lang="en-GB" b="0" i="1" smtClean="0">
                          <a:latin typeface="Cambria Math" panose="02040503050406030204" pitchFamily="18" charset="0"/>
                          <a:ea typeface="Cambria Math" panose="02040503050406030204" pitchFamily="18" charset="0"/>
                        </a:rPr>
                        <m:t>)</m:t>
                      </m:r>
                    </m:oMath>
                  </m:oMathPara>
                </a14:m>
                <a:endParaRPr lang="en-GB" b="0" dirty="0"/>
              </a:p>
              <a:p>
                <a14:m>
                  <m:oMath xmlns:m="http://schemas.openxmlformats.org/officeDocument/2006/math">
                    <m:r>
                      <m:rPr>
                        <m:sty m:val="p"/>
                      </m:rPr>
                      <a:rPr lang="en-GB" b="0" i="1" smtClean="0">
                        <a:latin typeface="Cambria Math" panose="02040503050406030204" pitchFamily="18" charset="0"/>
                      </a:rPr>
                      <m:t>M</m:t>
                    </m:r>
                    <m:r>
                      <a:rPr lang="en-GB" b="0" i="1" smtClean="0">
                        <a:latin typeface="Cambria Math" panose="02040503050406030204" pitchFamily="18" charset="0"/>
                      </a:rPr>
                      <m:t>:</m:t>
                    </m:r>
                  </m:oMath>
                </a14:m>
                <a:r>
                  <a:rPr lang="en-GB" dirty="0"/>
                  <a:t> Mass of the Point Absorber Buoy</a:t>
                </a:r>
              </a:p>
              <a:p>
                <a:pPr>
                  <a:lnSpc>
                    <a:spcPct val="120000"/>
                  </a:lnSpc>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𝐴</m:t>
                        </m:r>
                      </m:e>
                      <m:sub>
                        <m:r>
                          <a:rPr lang="en-GB" i="1">
                            <a:latin typeface="Cambria Math" panose="02040503050406030204" pitchFamily="18" charset="0"/>
                          </a:rPr>
                          <m:t>∞</m:t>
                        </m:r>
                      </m:sub>
                    </m:sSub>
                    <m:r>
                      <a:rPr lang="en-GB" b="0" i="1" smtClean="0">
                        <a:latin typeface="Cambria Math" panose="02040503050406030204" pitchFamily="18" charset="0"/>
                      </a:rPr>
                      <m:t>:</m:t>
                    </m:r>
                  </m:oMath>
                </a14:m>
                <a:r>
                  <a:rPr lang="en-GB" dirty="0"/>
                  <a:t> Added mass at infinite wave frequency</a:t>
                </a:r>
              </a:p>
              <a:p>
                <a14:m>
                  <m:oMath xmlns:m="http://schemas.openxmlformats.org/officeDocument/2006/math">
                    <m:nary>
                      <m:naryPr>
                        <m:chr m:val="∬"/>
                        <m:ctrlPr>
                          <a:rPr lang="en-GB" i="1">
                            <a:latin typeface="Cambria Math" panose="02040503050406030204" pitchFamily="18" charset="0"/>
                            <a:ea typeface="Cambria Math" panose="02040503050406030204" pitchFamily="18" charset="0"/>
                          </a:rPr>
                        </m:ctrlPr>
                      </m:naryPr>
                      <m:sub>
                        <m:r>
                          <m:rPr>
                            <m:brk m:alnAt="23"/>
                          </m:rPr>
                          <a:rPr lang="en-GB" i="1">
                            <a:latin typeface="Cambria Math" panose="02040503050406030204" pitchFamily="18" charset="0"/>
                            <a:ea typeface="Cambria Math" panose="02040503050406030204" pitchFamily="18" charset="0"/>
                          </a:rPr>
                          <m:t>0</m:t>
                        </m:r>
                      </m:sub>
                      <m:sup>
                        <m:r>
                          <a:rPr lang="en-GB" i="1">
                            <a:latin typeface="Cambria Math" panose="02040503050406030204" pitchFamily="18" charset="0"/>
                            <a:ea typeface="Cambria Math" panose="02040503050406030204" pitchFamily="18" charset="0"/>
                          </a:rPr>
                          <m:t>𝑡</m:t>
                        </m:r>
                      </m:sup>
                      <m:e>
                        <m:r>
                          <a:rPr lang="en-GB" i="1">
                            <a:latin typeface="Cambria Math" panose="02040503050406030204" pitchFamily="18" charset="0"/>
                            <a:ea typeface="Cambria Math" panose="02040503050406030204" pitchFamily="18" charset="0"/>
                          </a:rPr>
                          <m:t>𝐾</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𝑡</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𝜏</m:t>
                        </m:r>
                        <m:r>
                          <a:rPr lang="en-GB" i="1">
                            <a:latin typeface="Cambria Math" panose="02040503050406030204" pitchFamily="18" charset="0"/>
                            <a:ea typeface="Cambria Math" panose="02040503050406030204" pitchFamily="18" charset="0"/>
                          </a:rPr>
                          <m:t>) </m:t>
                        </m:r>
                        <m:acc>
                          <m:accPr>
                            <m:chr m:val="̇"/>
                            <m:ctrlPr>
                              <a:rPr lang="en-GB" i="1">
                                <a:latin typeface="Cambria Math" panose="02040503050406030204" pitchFamily="18" charset="0"/>
                              </a:rPr>
                            </m:ctrlPr>
                          </m:accPr>
                          <m:e>
                            <m:r>
                              <m:rPr>
                                <m:sty m:val="p"/>
                              </m:rPr>
                              <a:rPr lang="en-GB" i="1">
                                <a:latin typeface="Cambria Math" panose="02040503050406030204" pitchFamily="18" charset="0"/>
                              </a:rPr>
                              <m:t>x</m:t>
                            </m:r>
                          </m:e>
                        </m:acc>
                      </m:e>
                    </m:nary>
                    <m:r>
                      <m:rPr>
                        <m:sty m:val="p"/>
                      </m:rPr>
                      <a:rPr lang="en-GB">
                        <a:latin typeface="Cambria Math" panose="02040503050406030204" pitchFamily="18" charset="0"/>
                        <a:ea typeface="Cambria Math" panose="02040503050406030204" pitchFamily="18" charset="0"/>
                      </a:rPr>
                      <m:t>d</m:t>
                    </m:r>
                    <m:r>
                      <m:rPr>
                        <m:sty m:val="p"/>
                      </m:rPr>
                      <a:rPr lang="en-GB" i="1">
                        <a:latin typeface="Cambria Math" panose="02040503050406030204" pitchFamily="18" charset="0"/>
                        <a:ea typeface="Cambria Math" panose="02040503050406030204" pitchFamily="18" charset="0"/>
                      </a:rPr>
                      <m:t>τ</m:t>
                    </m:r>
                    <m:r>
                      <a:rPr lang="en-GB" b="0" i="1" smtClean="0">
                        <a:latin typeface="Cambria Math" panose="02040503050406030204" pitchFamily="18" charset="0"/>
                        <a:ea typeface="Cambria Math" panose="02040503050406030204" pitchFamily="18" charset="0"/>
                      </a:rPr>
                      <m:t>:</m:t>
                    </m:r>
                  </m:oMath>
                </a14:m>
                <a:r>
                  <a:rPr lang="en-GB" dirty="0"/>
                  <a:t> Retardation/Memory Kernel that represents how past buoy velocities represent the current radiation force</a:t>
                </a:r>
              </a:p>
              <a:p>
                <a14:m>
                  <m:oMath xmlns:m="http://schemas.openxmlformats.org/officeDocument/2006/math">
                    <m:r>
                      <m:rPr>
                        <m:sty m:val="p"/>
                      </m:rPr>
                      <a:rPr lang="en-GB" i="1">
                        <a:latin typeface="Cambria Math" panose="02040503050406030204" pitchFamily="18" charset="0"/>
                        <a:ea typeface="Cambria Math" panose="02040503050406030204" pitchFamily="18" charset="0"/>
                      </a:rPr>
                      <m:t>Cx</m:t>
                    </m:r>
                    <m:r>
                      <a:rPr lang="en-GB" i="1">
                        <a:latin typeface="Cambria Math" panose="02040503050406030204" pitchFamily="18" charset="0"/>
                        <a:ea typeface="Cambria Math" panose="02040503050406030204" pitchFamily="18" charset="0"/>
                      </a:rPr>
                      <m:t>(</m:t>
                    </m:r>
                    <m:r>
                      <m:rPr>
                        <m:sty m:val="p"/>
                      </m:rPr>
                      <a:rPr lang="en-GB" i="1">
                        <a:latin typeface="Cambria Math" panose="02040503050406030204" pitchFamily="18" charset="0"/>
                        <a:ea typeface="Cambria Math" panose="02040503050406030204" pitchFamily="18" charset="0"/>
                      </a:rPr>
                      <m:t>t</m:t>
                    </m:r>
                    <m:r>
                      <a:rPr lang="en-GB" i="1">
                        <a:latin typeface="Cambria Math" panose="02040503050406030204" pitchFamily="18" charset="0"/>
                        <a:ea typeface="Cambria Math" panose="02040503050406030204" pitchFamily="18" charset="0"/>
                      </a:rPr>
                      <m:t>):</m:t>
                    </m:r>
                  </m:oMath>
                </a14:m>
                <a:r>
                  <a:rPr lang="en-GB" dirty="0"/>
                  <a:t> Hydrostatic Stiffness term representing the buoy’s buoyancy</a:t>
                </a:r>
              </a:p>
              <a:p>
                <a14:m>
                  <m:oMath xmlns:m="http://schemas.openxmlformats.org/officeDocument/2006/math">
                    <m:sSub>
                      <m:sSubPr>
                        <m:ctrlPr>
                          <a:rPr lang="en-GB" i="1" dirty="0">
                            <a:latin typeface="Cambria Math" panose="02040503050406030204" pitchFamily="18" charset="0"/>
                          </a:rPr>
                        </m:ctrlPr>
                      </m:sSubPr>
                      <m:e>
                        <m:r>
                          <m:rPr>
                            <m:sty m:val="p"/>
                          </m:rPr>
                          <a:rPr lang="en-GB" i="1" dirty="0">
                            <a:latin typeface="Cambria Math" panose="02040503050406030204" pitchFamily="18" charset="0"/>
                          </a:rPr>
                          <m:t>F</m:t>
                        </m:r>
                      </m:e>
                      <m:sub>
                        <m:r>
                          <m:rPr>
                            <m:sty m:val="p"/>
                          </m:rPr>
                          <a:rPr lang="en-GB" i="1" dirty="0">
                            <a:latin typeface="Cambria Math" panose="02040503050406030204" pitchFamily="18" charset="0"/>
                          </a:rPr>
                          <m:t>exc</m:t>
                        </m:r>
                      </m:sub>
                    </m:sSub>
                    <m:r>
                      <a:rPr lang="en-GB" i="1">
                        <a:latin typeface="Cambria Math" panose="02040503050406030204" pitchFamily="18" charset="0"/>
                        <a:ea typeface="Cambria Math" panose="02040503050406030204" pitchFamily="18" charset="0"/>
                      </a:rPr>
                      <m:t>(</m:t>
                    </m:r>
                    <m:r>
                      <m:rPr>
                        <m:sty m:val="p"/>
                      </m:rPr>
                      <a:rPr lang="en-GB" i="1">
                        <a:latin typeface="Cambria Math" panose="02040503050406030204" pitchFamily="18" charset="0"/>
                        <a:ea typeface="Cambria Math" panose="02040503050406030204" pitchFamily="18" charset="0"/>
                      </a:rPr>
                      <m:t>t</m:t>
                    </m:r>
                    <m:r>
                      <a:rPr lang="en-GB" i="1">
                        <a:latin typeface="Cambria Math" panose="02040503050406030204" pitchFamily="18" charset="0"/>
                        <a:ea typeface="Cambria Math" panose="02040503050406030204" pitchFamily="18" charset="0"/>
                      </a:rPr>
                      <m:t>):</m:t>
                    </m:r>
                  </m:oMath>
                </a14:m>
                <a:r>
                  <a:rPr lang="en-GB" dirty="0"/>
                  <a:t> Excitation force from waves calculated by the integration of pressure over the submerged portion of the buoy</a:t>
                </a:r>
              </a:p>
              <a:p>
                <a14:m>
                  <m:oMath xmlns:m="http://schemas.openxmlformats.org/officeDocument/2006/math">
                    <m:r>
                      <m:rPr>
                        <m:sty m:val="p"/>
                      </m:rPr>
                      <a:rPr lang="en-GB" i="1">
                        <a:latin typeface="Cambria Math" panose="02040503050406030204" pitchFamily="18" charset="0"/>
                        <a:ea typeface="Cambria Math" panose="02040503050406030204" pitchFamily="18" charset="0"/>
                      </a:rPr>
                      <m:t>U</m:t>
                    </m:r>
                    <m:r>
                      <a:rPr lang="en-GB" b="0" i="1" smtClean="0">
                        <a:latin typeface="Cambria Math" panose="02040503050406030204" pitchFamily="18" charset="0"/>
                        <a:ea typeface="Cambria Math" panose="02040503050406030204" pitchFamily="18" charset="0"/>
                      </a:rPr>
                      <m:t>:</m:t>
                    </m:r>
                  </m:oMath>
                </a14:m>
                <a:r>
                  <a:rPr lang="en-GB" dirty="0"/>
                  <a:t> Control Force PTO of term</a:t>
                </a:r>
              </a:p>
              <a:p>
                <a:endParaRPr lang="en-GB" dirty="0"/>
              </a:p>
              <a:p>
                <a:endParaRPr lang="en-GB" dirty="0"/>
              </a:p>
              <a:p>
                <a:endParaRPr lang="en-GB" dirty="0"/>
              </a:p>
            </p:txBody>
          </p:sp>
        </mc:Choice>
        <mc:Fallback xmlns="">
          <p:sp>
            <p:nvSpPr>
              <p:cNvPr id="3" name="Content Placeholder 2">
                <a:extLst>
                  <a:ext uri="{FF2B5EF4-FFF2-40B4-BE49-F238E27FC236}">
                    <a16:creationId xmlns:a16="http://schemas.microsoft.com/office/drawing/2014/main" id="{E43ABCDB-266D-FA2D-0597-4877C3C4309D}"/>
                  </a:ext>
                </a:extLst>
              </p:cNvPr>
              <p:cNvSpPr>
                <a:spLocks noGrp="1" noRot="1" noChangeAspect="1" noMove="1" noResize="1" noEditPoints="1" noAdjustHandles="1" noChangeArrowheads="1" noChangeShapeType="1" noTextEdit="1"/>
              </p:cNvSpPr>
              <p:nvPr>
                <p:ph idx="1"/>
              </p:nvPr>
            </p:nvSpPr>
            <p:spPr>
              <a:xfrm>
                <a:off x="838200" y="1540933"/>
                <a:ext cx="10515600" cy="4842934"/>
              </a:xfrm>
              <a:blipFill>
                <a:blip r:embed="rId2"/>
                <a:stretch>
                  <a:fillRect l="-812" t="-2771" r="-58"/>
                </a:stretch>
              </a:blipFill>
            </p:spPr>
            <p:txBody>
              <a:bodyPr/>
              <a:lstStyle/>
              <a:p>
                <a:r>
                  <a:rPr lang="en-GB">
                    <a:noFill/>
                  </a:rPr>
                  <a:t> </a:t>
                </a:r>
              </a:p>
            </p:txBody>
          </p:sp>
        </mc:Fallback>
      </mc:AlternateContent>
    </p:spTree>
    <p:extLst>
      <p:ext uri="{BB962C8B-B14F-4D97-AF65-F5344CB8AC3E}">
        <p14:creationId xmlns:p14="http://schemas.microsoft.com/office/powerpoint/2010/main" val="1924820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Modelling</a:t>
            </a:r>
            <a:r>
              <a:rPr lang="en-GB" dirty="0"/>
              <a:t> Sea States</a:t>
            </a:r>
            <a:endParaRPr dirty="0"/>
          </a:p>
        </p:txBody>
      </p:sp>
      <p:sp>
        <p:nvSpPr>
          <p:cNvPr id="3" name="Content Placeholder 2"/>
          <p:cNvSpPr>
            <a:spLocks noGrp="1"/>
          </p:cNvSpPr>
          <p:nvPr>
            <p:ph idx="1"/>
          </p:nvPr>
        </p:nvSpPr>
        <p:spPr/>
        <p:txBody>
          <a:bodyPr/>
          <a:lstStyle/>
          <a:p>
            <a:r>
              <a:rPr dirty="0"/>
              <a:t>Real waves are irregular</a:t>
            </a:r>
          </a:p>
          <a:p>
            <a:r>
              <a:rPr dirty="0"/>
              <a:t>JONSWAP spectrum used</a:t>
            </a:r>
          </a:p>
          <a:p>
            <a:r>
              <a:rPr dirty="0"/>
              <a:t>Multiple frequencies with random phases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BECB5-292C-0FAC-BE94-DB7EA28D3F39}"/>
              </a:ext>
            </a:extLst>
          </p:cNvPr>
          <p:cNvSpPr>
            <a:spLocks noGrp="1"/>
          </p:cNvSpPr>
          <p:nvPr>
            <p:ph type="title"/>
          </p:nvPr>
        </p:nvSpPr>
        <p:spPr/>
        <p:txBody>
          <a:bodyPr/>
          <a:lstStyle/>
          <a:p>
            <a:r>
              <a:rPr lang="en-GB" dirty="0"/>
              <a:t>Control Strategies - Analysed</a:t>
            </a:r>
          </a:p>
        </p:txBody>
      </p:sp>
      <p:sp>
        <p:nvSpPr>
          <p:cNvPr id="3" name="Content Placeholder 2">
            <a:extLst>
              <a:ext uri="{FF2B5EF4-FFF2-40B4-BE49-F238E27FC236}">
                <a16:creationId xmlns:a16="http://schemas.microsoft.com/office/drawing/2014/main" id="{4FA8648E-2CC6-5C90-6D7F-7B4C6B84CEA7}"/>
              </a:ext>
            </a:extLst>
          </p:cNvPr>
          <p:cNvSpPr>
            <a:spLocks noGrp="1"/>
          </p:cNvSpPr>
          <p:nvPr>
            <p:ph idx="1"/>
          </p:nvPr>
        </p:nvSpPr>
        <p:spPr/>
        <p:txBody>
          <a:bodyPr/>
          <a:lstStyle/>
          <a:p>
            <a:r>
              <a:rPr lang="en-GB" dirty="0"/>
              <a:t>Passive Damping</a:t>
            </a:r>
          </a:p>
          <a:p>
            <a:r>
              <a:rPr lang="en-GB" dirty="0"/>
              <a:t>(Model Predictive Damping)</a:t>
            </a:r>
          </a:p>
          <a:p>
            <a:r>
              <a:rPr lang="en-GB" dirty="0"/>
              <a:t>Latch Control</a:t>
            </a:r>
          </a:p>
          <a:p>
            <a:r>
              <a:rPr lang="en-GB" dirty="0" err="1"/>
              <a:t>Pontryagin</a:t>
            </a:r>
            <a:r>
              <a:rPr lang="en-GB" dirty="0"/>
              <a:t> that can be used for RL Control</a:t>
            </a:r>
          </a:p>
        </p:txBody>
      </p:sp>
    </p:spTree>
    <p:extLst>
      <p:ext uri="{BB962C8B-B14F-4D97-AF65-F5344CB8AC3E}">
        <p14:creationId xmlns:p14="http://schemas.microsoft.com/office/powerpoint/2010/main" val="1816702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20DE7-21BA-4CE9-1242-89875301FF2C}"/>
              </a:ext>
            </a:extLst>
          </p:cNvPr>
          <p:cNvSpPr>
            <a:spLocks noGrp="1"/>
          </p:cNvSpPr>
          <p:nvPr>
            <p:ph type="title"/>
          </p:nvPr>
        </p:nvSpPr>
        <p:spPr/>
        <p:txBody>
          <a:bodyPr/>
          <a:lstStyle/>
          <a:p>
            <a:r>
              <a:rPr lang="en-GB" dirty="0"/>
              <a:t>Prerequisite for Control</a:t>
            </a:r>
          </a:p>
        </p:txBody>
      </p:sp>
      <p:sp>
        <p:nvSpPr>
          <p:cNvPr id="3" name="Content Placeholder 2">
            <a:extLst>
              <a:ext uri="{FF2B5EF4-FFF2-40B4-BE49-F238E27FC236}">
                <a16:creationId xmlns:a16="http://schemas.microsoft.com/office/drawing/2014/main" id="{58711827-53E6-D470-9DB2-DD5BC63D6AA5}"/>
              </a:ext>
            </a:extLst>
          </p:cNvPr>
          <p:cNvSpPr>
            <a:spLocks noGrp="1"/>
          </p:cNvSpPr>
          <p:nvPr>
            <p:ph idx="1"/>
          </p:nvPr>
        </p:nvSpPr>
        <p:spPr/>
        <p:txBody>
          <a:bodyPr/>
          <a:lstStyle/>
          <a:p>
            <a:r>
              <a:rPr lang="en-GB" dirty="0"/>
              <a:t>Kalman Filter</a:t>
            </a:r>
          </a:p>
          <a:p>
            <a:r>
              <a:rPr lang="en-GB" dirty="0"/>
              <a:t>Autoregressive Model </a:t>
            </a:r>
          </a:p>
          <a:p>
            <a:r>
              <a:rPr lang="en-GB" dirty="0"/>
              <a:t>Prony’s Method</a:t>
            </a:r>
          </a:p>
        </p:txBody>
      </p:sp>
    </p:spTree>
    <p:extLst>
      <p:ext uri="{BB962C8B-B14F-4D97-AF65-F5344CB8AC3E}">
        <p14:creationId xmlns:p14="http://schemas.microsoft.com/office/powerpoint/2010/main" val="1666967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B11F3-AF95-B70D-0B83-93619F437DFB}"/>
              </a:ext>
            </a:extLst>
          </p:cNvPr>
          <p:cNvSpPr>
            <a:spLocks noGrp="1"/>
          </p:cNvSpPr>
          <p:nvPr>
            <p:ph type="title"/>
          </p:nvPr>
        </p:nvSpPr>
        <p:spPr/>
        <p:txBody>
          <a:bodyPr/>
          <a:lstStyle/>
          <a:p>
            <a:r>
              <a:rPr lang="en-GB" dirty="0"/>
              <a:t>Passive Damping</a:t>
            </a:r>
          </a:p>
        </p:txBody>
      </p:sp>
      <p:sp>
        <p:nvSpPr>
          <p:cNvPr id="3" name="Content Placeholder 2">
            <a:extLst>
              <a:ext uri="{FF2B5EF4-FFF2-40B4-BE49-F238E27FC236}">
                <a16:creationId xmlns:a16="http://schemas.microsoft.com/office/drawing/2014/main" id="{E4D6E862-163B-64B7-DEA0-D7B9B279B701}"/>
              </a:ext>
            </a:extLst>
          </p:cNvPr>
          <p:cNvSpPr>
            <a:spLocks noGrp="1"/>
          </p:cNvSpPr>
          <p:nvPr>
            <p:ph idx="1"/>
          </p:nvPr>
        </p:nvSpPr>
        <p:spPr/>
        <p:txBody>
          <a:bodyPr/>
          <a:lstStyle/>
          <a:p>
            <a:r>
              <a:rPr lang="en-GB" dirty="0"/>
              <a:t>What it is?</a:t>
            </a:r>
          </a:p>
          <a:p>
            <a:r>
              <a:rPr lang="en-GB" dirty="0"/>
              <a:t>Analytical tuning</a:t>
            </a:r>
          </a:p>
          <a:p>
            <a:r>
              <a:rPr lang="en-GB" dirty="0"/>
              <a:t>Grid search tuning</a:t>
            </a:r>
          </a:p>
          <a:p>
            <a:r>
              <a:rPr lang="en-GB" dirty="0"/>
              <a:t>Results</a:t>
            </a:r>
          </a:p>
        </p:txBody>
      </p:sp>
    </p:spTree>
    <p:extLst>
      <p:ext uri="{BB962C8B-B14F-4D97-AF65-F5344CB8AC3E}">
        <p14:creationId xmlns:p14="http://schemas.microsoft.com/office/powerpoint/2010/main" val="240379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610B0-5834-75E7-1806-5749FE24810F}"/>
              </a:ext>
            </a:extLst>
          </p:cNvPr>
          <p:cNvSpPr>
            <a:spLocks noGrp="1"/>
          </p:cNvSpPr>
          <p:nvPr>
            <p:ph type="title"/>
          </p:nvPr>
        </p:nvSpPr>
        <p:spPr/>
        <p:txBody>
          <a:bodyPr/>
          <a:lstStyle/>
          <a:p>
            <a:r>
              <a:rPr lang="en-GB" dirty="0"/>
              <a:t>Latching Control</a:t>
            </a:r>
          </a:p>
        </p:txBody>
      </p:sp>
      <p:sp>
        <p:nvSpPr>
          <p:cNvPr id="3" name="Content Placeholder 2">
            <a:extLst>
              <a:ext uri="{FF2B5EF4-FFF2-40B4-BE49-F238E27FC236}">
                <a16:creationId xmlns:a16="http://schemas.microsoft.com/office/drawing/2014/main" id="{5B5564A4-2AD2-8026-4B1C-E389C8A601E7}"/>
              </a:ext>
            </a:extLst>
          </p:cNvPr>
          <p:cNvSpPr>
            <a:spLocks noGrp="1"/>
          </p:cNvSpPr>
          <p:nvPr>
            <p:ph idx="1"/>
          </p:nvPr>
        </p:nvSpPr>
        <p:spPr/>
        <p:txBody>
          <a:bodyPr/>
          <a:lstStyle/>
          <a:p>
            <a:r>
              <a:rPr lang="en-GB" dirty="0"/>
              <a:t>What it is?</a:t>
            </a:r>
          </a:p>
          <a:p>
            <a:r>
              <a:rPr lang="en-GB" dirty="0"/>
              <a:t>Aim to keep excitation force and buoy in phase.</a:t>
            </a:r>
          </a:p>
          <a:p>
            <a:r>
              <a:rPr lang="en-GB" dirty="0"/>
              <a:t>Results.</a:t>
            </a:r>
          </a:p>
          <a:p>
            <a:r>
              <a:rPr lang="en-GB" dirty="0"/>
              <a:t>Comparison via Optimal Command Theory</a:t>
            </a:r>
          </a:p>
          <a:p>
            <a:r>
              <a:rPr lang="en-GB" dirty="0"/>
              <a:t>How Optimal Command Theory can be used with neural networks to be used as a real-time control.</a:t>
            </a:r>
          </a:p>
        </p:txBody>
      </p:sp>
    </p:spTree>
    <p:extLst>
      <p:ext uri="{BB962C8B-B14F-4D97-AF65-F5344CB8AC3E}">
        <p14:creationId xmlns:p14="http://schemas.microsoft.com/office/powerpoint/2010/main" val="2769188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8AB52-1A06-C430-084D-A7900A9DE6F9}"/>
              </a:ext>
            </a:extLst>
          </p:cNvPr>
          <p:cNvSpPr>
            <a:spLocks noGrp="1"/>
          </p:cNvSpPr>
          <p:nvPr>
            <p:ph type="title"/>
          </p:nvPr>
        </p:nvSpPr>
        <p:spPr/>
        <p:txBody>
          <a:bodyPr/>
          <a:lstStyle/>
          <a:p>
            <a:r>
              <a:rPr lang="en-GB" dirty="0"/>
              <a:t>Model Predictive Control</a:t>
            </a:r>
          </a:p>
        </p:txBody>
      </p:sp>
      <p:sp>
        <p:nvSpPr>
          <p:cNvPr id="3" name="Content Placeholder 2">
            <a:extLst>
              <a:ext uri="{FF2B5EF4-FFF2-40B4-BE49-F238E27FC236}">
                <a16:creationId xmlns:a16="http://schemas.microsoft.com/office/drawing/2014/main" id="{CA470841-EF9D-69F5-6A03-FE25ABCCF6B6}"/>
              </a:ext>
            </a:extLst>
          </p:cNvPr>
          <p:cNvSpPr>
            <a:spLocks noGrp="1"/>
          </p:cNvSpPr>
          <p:nvPr>
            <p:ph idx="1"/>
          </p:nvPr>
        </p:nvSpPr>
        <p:spPr/>
        <p:txBody>
          <a:bodyPr/>
          <a:lstStyle/>
          <a:p>
            <a:r>
              <a:rPr lang="en-GB" dirty="0"/>
              <a:t>What it is?</a:t>
            </a:r>
          </a:p>
          <a:p>
            <a:r>
              <a:rPr lang="en-GB" dirty="0"/>
              <a:t>Results</a:t>
            </a:r>
          </a:p>
        </p:txBody>
      </p:sp>
    </p:spTree>
    <p:extLst>
      <p:ext uri="{BB962C8B-B14F-4D97-AF65-F5344CB8AC3E}">
        <p14:creationId xmlns:p14="http://schemas.microsoft.com/office/powerpoint/2010/main" val="1390358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A7-0BCF-CD17-F141-10C7E34ADA63}"/>
              </a:ext>
            </a:extLst>
          </p:cNvPr>
          <p:cNvSpPr>
            <a:spLocks noGrp="1"/>
          </p:cNvSpPr>
          <p:nvPr>
            <p:ph type="title"/>
          </p:nvPr>
        </p:nvSpPr>
        <p:spPr/>
        <p:txBody>
          <a:bodyPr/>
          <a:lstStyle/>
          <a:p>
            <a:r>
              <a:rPr lang="en-GB" dirty="0"/>
              <a:t>Optimal Command using </a:t>
            </a:r>
            <a:r>
              <a:rPr lang="en-GB" dirty="0" err="1"/>
              <a:t>Pontryagin’s</a:t>
            </a:r>
            <a:r>
              <a:rPr lang="en-GB" dirty="0"/>
              <a:t> Maxima Principle</a:t>
            </a:r>
          </a:p>
        </p:txBody>
      </p:sp>
      <p:sp>
        <p:nvSpPr>
          <p:cNvPr id="3" name="Content Placeholder 2">
            <a:extLst>
              <a:ext uri="{FF2B5EF4-FFF2-40B4-BE49-F238E27FC236}">
                <a16:creationId xmlns:a16="http://schemas.microsoft.com/office/drawing/2014/main" id="{509AB4BA-F0AB-F567-6A27-09E233BF2F43}"/>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3534305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Discussion</a:t>
            </a:r>
          </a:p>
        </p:txBody>
      </p:sp>
      <p:sp>
        <p:nvSpPr>
          <p:cNvPr id="3" name="Content Placeholder 2"/>
          <p:cNvSpPr>
            <a:spLocks noGrp="1"/>
          </p:cNvSpPr>
          <p:nvPr>
            <p:ph idx="1"/>
          </p:nvPr>
        </p:nvSpPr>
        <p:spPr/>
        <p:txBody>
          <a:bodyPr/>
          <a:lstStyle/>
          <a:p>
            <a:r>
              <a:t>Control improves performance</a:t>
            </a:r>
          </a:p>
          <a:p>
            <a:r>
              <a:t>Requires sensing and timing</a:t>
            </a:r>
          </a:p>
          <a:p>
            <a:r>
              <a:t>Sensitive to wave conditions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Model successfully developed</a:t>
            </a:r>
          </a:p>
          <a:p>
            <a:r>
              <a:t>Realistic sea conditions simulated</a:t>
            </a:r>
          </a:p>
          <a:p>
            <a:r>
              <a:t>Latching improves energy capture</a:t>
            </a:r>
          </a:p>
          <a:p>
            <a:r>
              <a:t>Control strategy is critical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Work</a:t>
            </a:r>
          </a:p>
        </p:txBody>
      </p:sp>
      <p:sp>
        <p:nvSpPr>
          <p:cNvPr id="3" name="Content Placeholder 2"/>
          <p:cNvSpPr>
            <a:spLocks noGrp="1"/>
          </p:cNvSpPr>
          <p:nvPr>
            <p:ph idx="1"/>
          </p:nvPr>
        </p:nvSpPr>
        <p:spPr/>
        <p:txBody>
          <a:bodyPr/>
          <a:lstStyle/>
          <a:p>
            <a:r>
              <a:rPr dirty="0"/>
              <a:t>Extend to multi-degree motion</a:t>
            </a:r>
          </a:p>
          <a:p>
            <a:r>
              <a:rPr dirty="0"/>
              <a:t>Nonlinear modelling</a:t>
            </a:r>
          </a:p>
          <a:p>
            <a:r>
              <a:rPr lang="en-GB" dirty="0"/>
              <a:t>Further </a:t>
            </a:r>
            <a:r>
              <a:rPr dirty="0"/>
              <a:t>Adaptive control strategies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958</Words>
  <Application>Microsoft Office PowerPoint</Application>
  <PresentationFormat>Widescreen</PresentationFormat>
  <Paragraphs>111</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Cambria Math</vt:lpstr>
      <vt:lpstr>Office Theme</vt:lpstr>
      <vt:lpstr>Point Absorber Control Strategies</vt:lpstr>
      <vt:lpstr>Problem Overview</vt:lpstr>
      <vt:lpstr>Point Absorber Physical System</vt:lpstr>
      <vt:lpstr>Comparable Mathematical Modelling</vt:lpstr>
      <vt:lpstr>Hydrodynamic Model – Linear Potential Flow Assumptions</vt:lpstr>
      <vt:lpstr>Hydrodynamic Model – Linear Potential Flow Boundary Conditions</vt:lpstr>
      <vt:lpstr>Hydrodynamic Model – Linear Potential Flow Boundary Conditions</vt:lpstr>
      <vt:lpstr>Hydrodynamic Model – Linear Potential Flow Boundary Conditions</vt:lpstr>
      <vt:lpstr>Hydrodynamic Model – Linear Potential Flow Boundary Conditions</vt:lpstr>
      <vt:lpstr>Hydrodynamic Model – 2 Types of Problem</vt:lpstr>
      <vt:lpstr>Hydrodynamic Model – Boundary Element Method to Solve Linear Potential Flow Problem’s</vt:lpstr>
      <vt:lpstr>Equation of Motion for the Buoy:</vt:lpstr>
      <vt:lpstr>Modelling Sea States</vt:lpstr>
      <vt:lpstr>Control Strategies - Analysed</vt:lpstr>
      <vt:lpstr>Prerequisite for Control</vt:lpstr>
      <vt:lpstr>Passive Damping</vt:lpstr>
      <vt:lpstr>Latching Control</vt:lpstr>
      <vt:lpstr>Model Predictive Control</vt:lpstr>
      <vt:lpstr>Optimal Command using Pontryagin’s Maxima Principle</vt:lpstr>
      <vt:lpstr>Discussion</vt:lpstr>
      <vt:lpstr>Conclusion</vt:lpstr>
      <vt:lpstr>Future 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edward schuster-bruce</dc:creator>
  <cp:keywords/>
  <dc:description>generated using python-pptx</dc:description>
  <cp:lastModifiedBy>Ed Schuster Bruce</cp:lastModifiedBy>
  <cp:revision>3</cp:revision>
  <dcterms:created xsi:type="dcterms:W3CDTF">2013-01-27T09:14:16Z</dcterms:created>
  <dcterms:modified xsi:type="dcterms:W3CDTF">2026-04-15T13:04:31Z</dcterms:modified>
  <cp:category/>
</cp:coreProperties>
</file>