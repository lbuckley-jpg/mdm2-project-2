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70" r:id="rId6"/>
    <p:sldId id="261" r:id="rId7"/>
    <p:sldId id="260" r:id="rId8"/>
    <p:sldId id="271" r:id="rId9"/>
    <p:sldId id="272" r:id="rId10"/>
    <p:sldId id="265" r:id="rId11"/>
    <p:sldId id="266" r:id="rId12"/>
    <p:sldId id="267" r:id="rId13"/>
    <p:sldId id="268" r:id="rId14"/>
    <p:sldId id="269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C0E4E89-0A9B-4CB9-A206-B9BDD0F23F71}" v="3" dt="2026-03-30T15:17:36.3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1234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d Schuster Bruce" userId="c42289d1-a3e5-485c-a3fe-df854c552fdb" providerId="ADAL" clId="{9A8B4455-0AA2-47B2-AC41-2D20ECF78631}"/>
    <pc:docChg chg="undo custSel delSld modSld">
      <pc:chgData name="Ed Schuster Bruce" userId="c42289d1-a3e5-485c-a3fe-df854c552fdb" providerId="ADAL" clId="{9A8B4455-0AA2-47B2-AC41-2D20ECF78631}" dt="2026-03-30T15:19:46.774" v="78" actId="26606"/>
      <pc:docMkLst>
        <pc:docMk/>
      </pc:docMkLst>
      <pc:sldChg chg="addSp delSp modSp mod setBg">
        <pc:chgData name="Ed Schuster Bruce" userId="c42289d1-a3e5-485c-a3fe-df854c552fdb" providerId="ADAL" clId="{9A8B4455-0AA2-47B2-AC41-2D20ECF78631}" dt="2026-03-30T15:15:53.630" v="9" actId="26606"/>
        <pc:sldMkLst>
          <pc:docMk/>
          <pc:sldMk cId="0" sldId="256"/>
        </pc:sldMkLst>
        <pc:spChg chg="mod">
          <ac:chgData name="Ed Schuster Bruce" userId="c42289d1-a3e5-485c-a3fe-df854c552fdb" providerId="ADAL" clId="{9A8B4455-0AA2-47B2-AC41-2D20ECF78631}" dt="2026-03-30T15:14:15.666" v="4" actId="26606"/>
          <ac:spMkLst>
            <pc:docMk/>
            <pc:sldMk cId="0" sldId="256"/>
            <ac:spMk id="2" creationId="{00000000-0000-0000-0000-000000000000}"/>
          </ac:spMkLst>
        </pc:spChg>
        <pc:spChg chg="mod ord">
          <ac:chgData name="Ed Schuster Bruce" userId="c42289d1-a3e5-485c-a3fe-df854c552fdb" providerId="ADAL" clId="{9A8B4455-0AA2-47B2-AC41-2D20ECF78631}" dt="2026-03-30T15:15:05.868" v="7" actId="26606"/>
          <ac:spMkLst>
            <pc:docMk/>
            <pc:sldMk cId="0" sldId="256"/>
            <ac:spMk id="3" creationId="{00000000-0000-0000-0000-000000000000}"/>
          </ac:spMkLst>
        </pc:spChg>
        <pc:spChg chg="add del">
          <ac:chgData name="Ed Schuster Bruce" userId="c42289d1-a3e5-485c-a3fe-df854c552fdb" providerId="ADAL" clId="{9A8B4455-0AA2-47B2-AC41-2D20ECF78631}" dt="2026-03-30T15:15:05.868" v="7" actId="26606"/>
          <ac:spMkLst>
            <pc:docMk/>
            <pc:sldMk cId="0" sldId="256"/>
            <ac:spMk id="9" creationId="{311973C2-EB8B-452A-A698-4A252FD3AE28}"/>
          </ac:spMkLst>
        </pc:spChg>
        <pc:spChg chg="add del">
          <ac:chgData name="Ed Schuster Bruce" userId="c42289d1-a3e5-485c-a3fe-df854c552fdb" providerId="ADAL" clId="{9A8B4455-0AA2-47B2-AC41-2D20ECF78631}" dt="2026-03-30T15:15:05.868" v="7" actId="26606"/>
          <ac:spMkLst>
            <pc:docMk/>
            <pc:sldMk cId="0" sldId="256"/>
            <ac:spMk id="11" creationId="{10162E77-11AD-44A7-84EC-40C59EEFBD2E}"/>
          </ac:spMkLst>
        </pc:spChg>
        <pc:spChg chg="add del">
          <ac:chgData name="Ed Schuster Bruce" userId="c42289d1-a3e5-485c-a3fe-df854c552fdb" providerId="ADAL" clId="{9A8B4455-0AA2-47B2-AC41-2D20ECF78631}" dt="2026-03-30T15:15:53.630" v="9" actId="26606"/>
          <ac:spMkLst>
            <pc:docMk/>
            <pc:sldMk cId="0" sldId="256"/>
            <ac:spMk id="18" creationId="{311973C2-EB8B-452A-A698-4A252FD3AE28}"/>
          </ac:spMkLst>
        </pc:spChg>
        <pc:spChg chg="add del">
          <ac:chgData name="Ed Schuster Bruce" userId="c42289d1-a3e5-485c-a3fe-df854c552fdb" providerId="ADAL" clId="{9A8B4455-0AA2-47B2-AC41-2D20ECF78631}" dt="2026-03-30T15:15:53.630" v="9" actId="26606"/>
          <ac:spMkLst>
            <pc:docMk/>
            <pc:sldMk cId="0" sldId="256"/>
            <ac:spMk id="20" creationId="{10162E77-11AD-44A7-84EC-40C59EEFBD2E}"/>
          </ac:spMkLst>
        </pc:spChg>
        <pc:spChg chg="add">
          <ac:chgData name="Ed Schuster Bruce" userId="c42289d1-a3e5-485c-a3fe-df854c552fdb" providerId="ADAL" clId="{9A8B4455-0AA2-47B2-AC41-2D20ECF78631}" dt="2026-03-30T15:15:53.630" v="9" actId="26606"/>
          <ac:spMkLst>
            <pc:docMk/>
            <pc:sldMk cId="0" sldId="256"/>
            <ac:spMk id="27" creationId="{311973C2-EB8B-452A-A698-4A252FD3AE28}"/>
          </ac:spMkLst>
        </pc:spChg>
        <pc:spChg chg="add">
          <ac:chgData name="Ed Schuster Bruce" userId="c42289d1-a3e5-485c-a3fe-df854c552fdb" providerId="ADAL" clId="{9A8B4455-0AA2-47B2-AC41-2D20ECF78631}" dt="2026-03-30T15:15:53.630" v="9" actId="26606"/>
          <ac:spMkLst>
            <pc:docMk/>
            <pc:sldMk cId="0" sldId="256"/>
            <ac:spMk id="29" creationId="{10162E77-11AD-44A7-84EC-40C59EEFBD2E}"/>
          </ac:spMkLst>
        </pc:spChg>
        <pc:picChg chg="add mod">
          <ac:chgData name="Ed Schuster Bruce" userId="c42289d1-a3e5-485c-a3fe-df854c552fdb" providerId="ADAL" clId="{9A8B4455-0AA2-47B2-AC41-2D20ECF78631}" dt="2026-03-30T15:15:53.630" v="9" actId="26606"/>
          <ac:picMkLst>
            <pc:docMk/>
            <pc:sldMk cId="0" sldId="256"/>
            <ac:picMk id="4" creationId="{6C56E345-9524-1B69-4F61-C7D9BED45DF0}"/>
          </ac:picMkLst>
        </pc:picChg>
        <pc:picChg chg="add del">
          <ac:chgData name="Ed Schuster Bruce" userId="c42289d1-a3e5-485c-a3fe-df854c552fdb" providerId="ADAL" clId="{9A8B4455-0AA2-47B2-AC41-2D20ECF78631}" dt="2026-03-30T15:14:19.656" v="5" actId="478"/>
          <ac:picMkLst>
            <pc:docMk/>
            <pc:sldMk cId="0" sldId="256"/>
            <ac:picMk id="5" creationId="{103C2ED1-D80A-A243-7A74-EE73BF3F8CC6}"/>
          </ac:picMkLst>
        </pc:picChg>
        <pc:cxnChg chg="add del">
          <ac:chgData name="Ed Schuster Bruce" userId="c42289d1-a3e5-485c-a3fe-df854c552fdb" providerId="ADAL" clId="{9A8B4455-0AA2-47B2-AC41-2D20ECF78631}" dt="2026-03-30T15:15:05.868" v="7" actId="26606"/>
          <ac:cxnSpMkLst>
            <pc:docMk/>
            <pc:sldMk cId="0" sldId="256"/>
            <ac:cxnSpMk id="13" creationId="{5AB158E9-1B40-4CD6-95F0-95CA11DF7B7A}"/>
          </ac:cxnSpMkLst>
        </pc:cxnChg>
        <pc:cxnChg chg="add del">
          <ac:chgData name="Ed Schuster Bruce" userId="c42289d1-a3e5-485c-a3fe-df854c552fdb" providerId="ADAL" clId="{9A8B4455-0AA2-47B2-AC41-2D20ECF78631}" dt="2026-03-30T15:15:53.630" v="9" actId="26606"/>
          <ac:cxnSpMkLst>
            <pc:docMk/>
            <pc:sldMk cId="0" sldId="256"/>
            <ac:cxnSpMk id="22" creationId="{5AB158E9-1B40-4CD6-95F0-95CA11DF7B7A}"/>
          </ac:cxnSpMkLst>
        </pc:cxnChg>
        <pc:cxnChg chg="add">
          <ac:chgData name="Ed Schuster Bruce" userId="c42289d1-a3e5-485c-a3fe-df854c552fdb" providerId="ADAL" clId="{9A8B4455-0AA2-47B2-AC41-2D20ECF78631}" dt="2026-03-30T15:15:53.630" v="9" actId="26606"/>
          <ac:cxnSpMkLst>
            <pc:docMk/>
            <pc:sldMk cId="0" sldId="256"/>
            <ac:cxnSpMk id="31" creationId="{5AB158E9-1B40-4CD6-95F0-95CA11DF7B7A}"/>
          </ac:cxnSpMkLst>
        </pc:cxnChg>
      </pc:sldChg>
      <pc:sldChg chg="addSp delSp modSp mod">
        <pc:chgData name="Ed Schuster Bruce" userId="c42289d1-a3e5-485c-a3fe-df854c552fdb" providerId="ADAL" clId="{9A8B4455-0AA2-47B2-AC41-2D20ECF78631}" dt="2026-03-30T15:16:07.667" v="10" actId="26606"/>
        <pc:sldMkLst>
          <pc:docMk/>
          <pc:sldMk cId="0" sldId="257"/>
        </pc:sldMkLst>
        <pc:spChg chg="mod">
          <ac:chgData name="Ed Schuster Bruce" userId="c42289d1-a3e5-485c-a3fe-df854c552fdb" providerId="ADAL" clId="{9A8B4455-0AA2-47B2-AC41-2D20ECF78631}" dt="2026-03-30T15:13:47.367" v="0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Ed Schuster Bruce" userId="c42289d1-a3e5-485c-a3fe-df854c552fdb" providerId="ADAL" clId="{9A8B4455-0AA2-47B2-AC41-2D20ECF78631}" dt="2026-03-30T15:16:07.667" v="10" actId="26606"/>
          <ac:spMkLst>
            <pc:docMk/>
            <pc:sldMk cId="0" sldId="257"/>
            <ac:spMk id="3" creationId="{00000000-0000-0000-0000-000000000000}"/>
          </ac:spMkLst>
        </pc:spChg>
        <pc:graphicFrameChg chg="add">
          <ac:chgData name="Ed Schuster Bruce" userId="c42289d1-a3e5-485c-a3fe-df854c552fdb" providerId="ADAL" clId="{9A8B4455-0AA2-47B2-AC41-2D20ECF78631}" dt="2026-03-30T15:16:07.667" v="10" actId="26606"/>
          <ac:graphicFrameMkLst>
            <pc:docMk/>
            <pc:sldMk cId="0" sldId="257"/>
            <ac:graphicFrameMk id="5" creationId="{B119A0E0-F9BB-F142-F74A-00A6DBF59C34}"/>
          </ac:graphicFrameMkLst>
        </pc:graphicFrameChg>
      </pc:sldChg>
      <pc:sldChg chg="modSp">
        <pc:chgData name="Ed Schuster Bruce" userId="c42289d1-a3e5-485c-a3fe-df854c552fdb" providerId="ADAL" clId="{9A8B4455-0AA2-47B2-AC41-2D20ECF78631}" dt="2026-03-30T15:13:47.367" v="0"/>
        <pc:sldMkLst>
          <pc:docMk/>
          <pc:sldMk cId="0" sldId="258"/>
        </pc:sldMkLst>
        <pc:spChg chg="mod">
          <ac:chgData name="Ed Schuster Bruce" userId="c42289d1-a3e5-485c-a3fe-df854c552fdb" providerId="ADAL" clId="{9A8B4455-0AA2-47B2-AC41-2D20ECF78631}" dt="2026-03-30T15:13:47.367" v="0"/>
          <ac:spMkLst>
            <pc:docMk/>
            <pc:sldMk cId="0" sldId="258"/>
            <ac:spMk id="2" creationId="{00000000-0000-0000-0000-000000000000}"/>
          </ac:spMkLst>
        </pc:spChg>
        <pc:spChg chg="mod">
          <ac:chgData name="Ed Schuster Bruce" userId="c42289d1-a3e5-485c-a3fe-df854c552fdb" providerId="ADAL" clId="{9A8B4455-0AA2-47B2-AC41-2D20ECF78631}" dt="2026-03-30T15:13:47.367" v="0"/>
          <ac:spMkLst>
            <pc:docMk/>
            <pc:sldMk cId="0" sldId="258"/>
            <ac:spMk id="3" creationId="{00000000-0000-0000-0000-000000000000}"/>
          </ac:spMkLst>
        </pc:spChg>
      </pc:sldChg>
      <pc:sldChg chg="addSp delSp modSp mod setBg">
        <pc:chgData name="Ed Schuster Bruce" userId="c42289d1-a3e5-485c-a3fe-df854c552fdb" providerId="ADAL" clId="{9A8B4455-0AA2-47B2-AC41-2D20ECF78631}" dt="2026-03-30T15:17:36.309" v="68"/>
        <pc:sldMkLst>
          <pc:docMk/>
          <pc:sldMk cId="0" sldId="259"/>
        </pc:sldMkLst>
        <pc:spChg chg="mod">
          <ac:chgData name="Ed Schuster Bruce" userId="c42289d1-a3e5-485c-a3fe-df854c552fdb" providerId="ADAL" clId="{9A8B4455-0AA2-47B2-AC41-2D20ECF78631}" dt="2026-03-30T15:16:40.700" v="11" actId="26606"/>
          <ac:spMkLst>
            <pc:docMk/>
            <pc:sldMk cId="0" sldId="259"/>
            <ac:spMk id="2" creationId="{00000000-0000-0000-0000-000000000000}"/>
          </ac:spMkLst>
        </pc:spChg>
        <pc:spChg chg="del mod">
          <ac:chgData name="Ed Schuster Bruce" userId="c42289d1-a3e5-485c-a3fe-df854c552fdb" providerId="ADAL" clId="{9A8B4455-0AA2-47B2-AC41-2D20ECF78631}" dt="2026-03-30T15:16:40.700" v="11" actId="26606"/>
          <ac:spMkLst>
            <pc:docMk/>
            <pc:sldMk cId="0" sldId="259"/>
            <ac:spMk id="3" creationId="{00000000-0000-0000-0000-000000000000}"/>
          </ac:spMkLst>
        </pc:spChg>
        <pc:spChg chg="add">
          <ac:chgData name="Ed Schuster Bruce" userId="c42289d1-a3e5-485c-a3fe-df854c552fdb" providerId="ADAL" clId="{9A8B4455-0AA2-47B2-AC41-2D20ECF78631}" dt="2026-03-30T15:16:40.700" v="11" actId="26606"/>
          <ac:spMkLst>
            <pc:docMk/>
            <pc:sldMk cId="0" sldId="259"/>
            <ac:spMk id="9" creationId="{A6B16355-27FB-445B-B646-02AB73637459}"/>
          </ac:spMkLst>
        </pc:spChg>
        <pc:spChg chg="add">
          <ac:chgData name="Ed Schuster Bruce" userId="c42289d1-a3e5-485c-a3fe-df854c552fdb" providerId="ADAL" clId="{9A8B4455-0AA2-47B2-AC41-2D20ECF78631}" dt="2026-03-30T15:16:40.700" v="11" actId="26606"/>
          <ac:spMkLst>
            <pc:docMk/>
            <pc:sldMk cId="0" sldId="259"/>
            <ac:spMk id="13" creationId="{6B3BF2E5-C3AB-441F-A430-491119C56D26}"/>
          </ac:spMkLst>
        </pc:spChg>
        <pc:spChg chg="add">
          <ac:chgData name="Ed Schuster Bruce" userId="c42289d1-a3e5-485c-a3fe-df854c552fdb" providerId="ADAL" clId="{9A8B4455-0AA2-47B2-AC41-2D20ECF78631}" dt="2026-03-30T15:16:40.700" v="11" actId="26606"/>
          <ac:spMkLst>
            <pc:docMk/>
            <pc:sldMk cId="0" sldId="259"/>
            <ac:spMk id="15" creationId="{DD07C90B-B81A-473B-8919-CA924E61FFCF}"/>
          </ac:spMkLst>
        </pc:spChg>
        <pc:graphicFrameChg chg="add mod modGraphic">
          <ac:chgData name="Ed Schuster Bruce" userId="c42289d1-a3e5-485c-a3fe-df854c552fdb" providerId="ADAL" clId="{9A8B4455-0AA2-47B2-AC41-2D20ECF78631}" dt="2026-03-30T15:17:36.309" v="68"/>
          <ac:graphicFrameMkLst>
            <pc:docMk/>
            <pc:sldMk cId="0" sldId="259"/>
            <ac:graphicFrameMk id="5" creationId="{08DCB476-2297-B295-EB4B-351A03449A68}"/>
          </ac:graphicFrameMkLst>
        </pc:graphicFrameChg>
        <pc:cxnChg chg="add">
          <ac:chgData name="Ed Schuster Bruce" userId="c42289d1-a3e5-485c-a3fe-df854c552fdb" providerId="ADAL" clId="{9A8B4455-0AA2-47B2-AC41-2D20ECF78631}" dt="2026-03-30T15:16:40.700" v="11" actId="26606"/>
          <ac:cxnSpMkLst>
            <pc:docMk/>
            <pc:sldMk cId="0" sldId="259"/>
            <ac:cxnSpMk id="11" creationId="{06DA680F-F6AC-453E-A8BF-C5BDED2851DE}"/>
          </ac:cxnSpMkLst>
        </pc:cxnChg>
      </pc:sldChg>
      <pc:sldChg chg="modSp">
        <pc:chgData name="Ed Schuster Bruce" userId="c42289d1-a3e5-485c-a3fe-df854c552fdb" providerId="ADAL" clId="{9A8B4455-0AA2-47B2-AC41-2D20ECF78631}" dt="2026-03-30T15:13:47.367" v="0"/>
        <pc:sldMkLst>
          <pc:docMk/>
          <pc:sldMk cId="0" sldId="260"/>
        </pc:sldMkLst>
        <pc:spChg chg="mod">
          <ac:chgData name="Ed Schuster Bruce" userId="c42289d1-a3e5-485c-a3fe-df854c552fdb" providerId="ADAL" clId="{9A8B4455-0AA2-47B2-AC41-2D20ECF78631}" dt="2026-03-30T15:13:47.367" v="0"/>
          <ac:spMkLst>
            <pc:docMk/>
            <pc:sldMk cId="0" sldId="260"/>
            <ac:spMk id="2" creationId="{00000000-0000-0000-0000-000000000000}"/>
          </ac:spMkLst>
        </pc:spChg>
        <pc:spChg chg="mod">
          <ac:chgData name="Ed Schuster Bruce" userId="c42289d1-a3e5-485c-a3fe-df854c552fdb" providerId="ADAL" clId="{9A8B4455-0AA2-47B2-AC41-2D20ECF78631}" dt="2026-03-30T15:13:47.367" v="0"/>
          <ac:spMkLst>
            <pc:docMk/>
            <pc:sldMk cId="0" sldId="260"/>
            <ac:spMk id="3" creationId="{00000000-0000-0000-0000-000000000000}"/>
          </ac:spMkLst>
        </pc:spChg>
      </pc:sldChg>
      <pc:sldChg chg="modSp">
        <pc:chgData name="Ed Schuster Bruce" userId="c42289d1-a3e5-485c-a3fe-df854c552fdb" providerId="ADAL" clId="{9A8B4455-0AA2-47B2-AC41-2D20ECF78631}" dt="2026-03-30T15:13:47.367" v="0"/>
        <pc:sldMkLst>
          <pc:docMk/>
          <pc:sldMk cId="0" sldId="261"/>
        </pc:sldMkLst>
        <pc:spChg chg="mod">
          <ac:chgData name="Ed Schuster Bruce" userId="c42289d1-a3e5-485c-a3fe-df854c552fdb" providerId="ADAL" clId="{9A8B4455-0AA2-47B2-AC41-2D20ECF78631}" dt="2026-03-30T15:13:47.367" v="0"/>
          <ac:spMkLst>
            <pc:docMk/>
            <pc:sldMk cId="0" sldId="261"/>
            <ac:spMk id="2" creationId="{00000000-0000-0000-0000-000000000000}"/>
          </ac:spMkLst>
        </pc:spChg>
        <pc:spChg chg="mod">
          <ac:chgData name="Ed Schuster Bruce" userId="c42289d1-a3e5-485c-a3fe-df854c552fdb" providerId="ADAL" clId="{9A8B4455-0AA2-47B2-AC41-2D20ECF78631}" dt="2026-03-30T15:13:47.367" v="0"/>
          <ac:spMkLst>
            <pc:docMk/>
            <pc:sldMk cId="0" sldId="261"/>
            <ac:spMk id="3" creationId="{00000000-0000-0000-0000-000000000000}"/>
          </ac:spMkLst>
        </pc:spChg>
      </pc:sldChg>
      <pc:sldChg chg="addSp delSp modSp del mod setBg">
        <pc:chgData name="Ed Schuster Bruce" userId="c42289d1-a3e5-485c-a3fe-df854c552fdb" providerId="ADAL" clId="{9A8B4455-0AA2-47B2-AC41-2D20ECF78631}" dt="2026-03-30T15:19:03.183" v="74" actId="47"/>
        <pc:sldMkLst>
          <pc:docMk/>
          <pc:sldMk cId="0" sldId="263"/>
        </pc:sldMkLst>
        <pc:spChg chg="mod">
          <ac:chgData name="Ed Schuster Bruce" userId="c42289d1-a3e5-485c-a3fe-df854c552fdb" providerId="ADAL" clId="{9A8B4455-0AA2-47B2-AC41-2D20ECF78631}" dt="2026-03-30T15:18:49.934" v="72" actId="26606"/>
          <ac:spMkLst>
            <pc:docMk/>
            <pc:sldMk cId="0" sldId="263"/>
            <ac:spMk id="2" creationId="{00000000-0000-0000-0000-000000000000}"/>
          </ac:spMkLst>
        </pc:spChg>
        <pc:spChg chg="mod">
          <ac:chgData name="Ed Schuster Bruce" userId="c42289d1-a3e5-485c-a3fe-df854c552fdb" providerId="ADAL" clId="{9A8B4455-0AA2-47B2-AC41-2D20ECF78631}" dt="2026-03-30T15:18:49.934" v="72" actId="26606"/>
          <ac:spMkLst>
            <pc:docMk/>
            <pc:sldMk cId="0" sldId="263"/>
            <ac:spMk id="3" creationId="{00000000-0000-0000-0000-000000000000}"/>
          </ac:spMkLst>
        </pc:spChg>
        <pc:spChg chg="add del">
          <ac:chgData name="Ed Schuster Bruce" userId="c42289d1-a3e5-485c-a3fe-df854c552fdb" providerId="ADAL" clId="{9A8B4455-0AA2-47B2-AC41-2D20ECF78631}" dt="2026-03-30T15:18:49.921" v="71" actId="26606"/>
          <ac:spMkLst>
            <pc:docMk/>
            <pc:sldMk cId="0" sldId="263"/>
            <ac:spMk id="8" creationId="{C843AFC8-D8D0-4784-B08C-6324FA88E6DD}"/>
          </ac:spMkLst>
        </pc:spChg>
        <pc:spChg chg="add del">
          <ac:chgData name="Ed Schuster Bruce" userId="c42289d1-a3e5-485c-a3fe-df854c552fdb" providerId="ADAL" clId="{9A8B4455-0AA2-47B2-AC41-2D20ECF78631}" dt="2026-03-30T15:18:49.921" v="71" actId="26606"/>
          <ac:spMkLst>
            <pc:docMk/>
            <pc:sldMk cId="0" sldId="263"/>
            <ac:spMk id="10" creationId="{854B1A56-8AFB-4D4F-8D98-1E832D6FFE67}"/>
          </ac:spMkLst>
        </pc:spChg>
        <pc:spChg chg="add del">
          <ac:chgData name="Ed Schuster Bruce" userId="c42289d1-a3e5-485c-a3fe-df854c552fdb" providerId="ADAL" clId="{9A8B4455-0AA2-47B2-AC41-2D20ECF78631}" dt="2026-03-30T15:18:49.921" v="71" actId="26606"/>
          <ac:spMkLst>
            <pc:docMk/>
            <pc:sldMk cId="0" sldId="263"/>
            <ac:spMk id="12" creationId="{F8E828FC-05B4-4BA4-92D3-3DF79D42D88E}"/>
          </ac:spMkLst>
        </pc:spChg>
        <pc:spChg chg="add">
          <ac:chgData name="Ed Schuster Bruce" userId="c42289d1-a3e5-485c-a3fe-df854c552fdb" providerId="ADAL" clId="{9A8B4455-0AA2-47B2-AC41-2D20ECF78631}" dt="2026-03-30T15:18:49.934" v="72" actId="26606"/>
          <ac:spMkLst>
            <pc:docMk/>
            <pc:sldMk cId="0" sldId="263"/>
            <ac:spMk id="14" creationId="{3741B58E-3B65-4A01-A276-975AB2CF8A08}"/>
          </ac:spMkLst>
        </pc:spChg>
        <pc:spChg chg="add">
          <ac:chgData name="Ed Schuster Bruce" userId="c42289d1-a3e5-485c-a3fe-df854c552fdb" providerId="ADAL" clId="{9A8B4455-0AA2-47B2-AC41-2D20ECF78631}" dt="2026-03-30T15:18:49.934" v="72" actId="26606"/>
          <ac:spMkLst>
            <pc:docMk/>
            <pc:sldMk cId="0" sldId="263"/>
            <ac:spMk id="15" creationId="{7AAC67C3-831B-4AB1-A259-DFB839CAFAFC}"/>
          </ac:spMkLst>
        </pc:spChg>
        <pc:spChg chg="add">
          <ac:chgData name="Ed Schuster Bruce" userId="c42289d1-a3e5-485c-a3fe-df854c552fdb" providerId="ADAL" clId="{9A8B4455-0AA2-47B2-AC41-2D20ECF78631}" dt="2026-03-30T15:18:49.934" v="72" actId="26606"/>
          <ac:spMkLst>
            <pc:docMk/>
            <pc:sldMk cId="0" sldId="263"/>
            <ac:spMk id="16" creationId="{054B3F04-9EAC-45C0-B3CE-0387EEA10A0C}"/>
          </ac:spMkLst>
        </pc:spChg>
      </pc:sldChg>
      <pc:sldChg chg="addSp modSp mod setBg">
        <pc:chgData name="Ed Schuster Bruce" userId="c42289d1-a3e5-485c-a3fe-df854c552fdb" providerId="ADAL" clId="{9A8B4455-0AA2-47B2-AC41-2D20ECF78631}" dt="2026-03-30T15:19:09.554" v="76" actId="26606"/>
        <pc:sldMkLst>
          <pc:docMk/>
          <pc:sldMk cId="0" sldId="265"/>
        </pc:sldMkLst>
        <pc:spChg chg="mod">
          <ac:chgData name="Ed Schuster Bruce" userId="c42289d1-a3e5-485c-a3fe-df854c552fdb" providerId="ADAL" clId="{9A8B4455-0AA2-47B2-AC41-2D20ECF78631}" dt="2026-03-30T15:19:09.554" v="76" actId="26606"/>
          <ac:spMkLst>
            <pc:docMk/>
            <pc:sldMk cId="0" sldId="265"/>
            <ac:spMk id="2" creationId="{00000000-0000-0000-0000-000000000000}"/>
          </ac:spMkLst>
        </pc:spChg>
        <pc:spChg chg="mod">
          <ac:chgData name="Ed Schuster Bruce" userId="c42289d1-a3e5-485c-a3fe-df854c552fdb" providerId="ADAL" clId="{9A8B4455-0AA2-47B2-AC41-2D20ECF78631}" dt="2026-03-30T15:19:09.554" v="76" actId="26606"/>
          <ac:spMkLst>
            <pc:docMk/>
            <pc:sldMk cId="0" sldId="265"/>
            <ac:spMk id="3" creationId="{00000000-0000-0000-0000-000000000000}"/>
          </ac:spMkLst>
        </pc:spChg>
        <pc:spChg chg="add">
          <ac:chgData name="Ed Schuster Bruce" userId="c42289d1-a3e5-485c-a3fe-df854c552fdb" providerId="ADAL" clId="{9A8B4455-0AA2-47B2-AC41-2D20ECF78631}" dt="2026-03-30T15:19:09.554" v="76" actId="26606"/>
          <ac:spMkLst>
            <pc:docMk/>
            <pc:sldMk cId="0" sldId="265"/>
            <ac:spMk id="8" creationId="{3741B58E-3B65-4A01-A276-975AB2CF8A08}"/>
          </ac:spMkLst>
        </pc:spChg>
        <pc:spChg chg="add">
          <ac:chgData name="Ed Schuster Bruce" userId="c42289d1-a3e5-485c-a3fe-df854c552fdb" providerId="ADAL" clId="{9A8B4455-0AA2-47B2-AC41-2D20ECF78631}" dt="2026-03-30T15:19:09.554" v="76" actId="26606"/>
          <ac:spMkLst>
            <pc:docMk/>
            <pc:sldMk cId="0" sldId="265"/>
            <ac:spMk id="10" creationId="{7AAC67C3-831B-4AB1-A259-DFB839CAFAFC}"/>
          </ac:spMkLst>
        </pc:spChg>
        <pc:spChg chg="add">
          <ac:chgData name="Ed Schuster Bruce" userId="c42289d1-a3e5-485c-a3fe-df854c552fdb" providerId="ADAL" clId="{9A8B4455-0AA2-47B2-AC41-2D20ECF78631}" dt="2026-03-30T15:19:09.554" v="76" actId="26606"/>
          <ac:spMkLst>
            <pc:docMk/>
            <pc:sldMk cId="0" sldId="265"/>
            <ac:spMk id="12" creationId="{054B3F04-9EAC-45C0-B3CE-0387EEA10A0C}"/>
          </ac:spMkLst>
        </pc:spChg>
      </pc:sldChg>
      <pc:sldChg chg="modSp">
        <pc:chgData name="Ed Schuster Bruce" userId="c42289d1-a3e5-485c-a3fe-df854c552fdb" providerId="ADAL" clId="{9A8B4455-0AA2-47B2-AC41-2D20ECF78631}" dt="2026-03-30T15:13:47.367" v="0"/>
        <pc:sldMkLst>
          <pc:docMk/>
          <pc:sldMk cId="0" sldId="266"/>
        </pc:sldMkLst>
        <pc:spChg chg="mod">
          <ac:chgData name="Ed Schuster Bruce" userId="c42289d1-a3e5-485c-a3fe-df854c552fdb" providerId="ADAL" clId="{9A8B4455-0AA2-47B2-AC41-2D20ECF78631}" dt="2026-03-30T15:13:47.367" v="0"/>
          <ac:spMkLst>
            <pc:docMk/>
            <pc:sldMk cId="0" sldId="266"/>
            <ac:spMk id="2" creationId="{00000000-0000-0000-0000-000000000000}"/>
          </ac:spMkLst>
        </pc:spChg>
        <pc:spChg chg="mod">
          <ac:chgData name="Ed Schuster Bruce" userId="c42289d1-a3e5-485c-a3fe-df854c552fdb" providerId="ADAL" clId="{9A8B4455-0AA2-47B2-AC41-2D20ECF78631}" dt="2026-03-30T15:13:47.367" v="0"/>
          <ac:spMkLst>
            <pc:docMk/>
            <pc:sldMk cId="0" sldId="266"/>
            <ac:spMk id="3" creationId="{00000000-0000-0000-0000-000000000000}"/>
          </ac:spMkLst>
        </pc:spChg>
      </pc:sldChg>
      <pc:sldChg chg="addSp delSp modSp mod setBg">
        <pc:chgData name="Ed Schuster Bruce" userId="c42289d1-a3e5-485c-a3fe-df854c552fdb" providerId="ADAL" clId="{9A8B4455-0AA2-47B2-AC41-2D20ECF78631}" dt="2026-03-30T15:19:46.774" v="78" actId="26606"/>
        <pc:sldMkLst>
          <pc:docMk/>
          <pc:sldMk cId="0" sldId="267"/>
        </pc:sldMkLst>
        <pc:spChg chg="mod">
          <ac:chgData name="Ed Schuster Bruce" userId="c42289d1-a3e5-485c-a3fe-df854c552fdb" providerId="ADAL" clId="{9A8B4455-0AA2-47B2-AC41-2D20ECF78631}" dt="2026-03-30T15:19:46.774" v="78" actId="26606"/>
          <ac:spMkLst>
            <pc:docMk/>
            <pc:sldMk cId="0" sldId="267"/>
            <ac:spMk id="2" creationId="{00000000-0000-0000-0000-000000000000}"/>
          </ac:spMkLst>
        </pc:spChg>
        <pc:spChg chg="mod">
          <ac:chgData name="Ed Schuster Bruce" userId="c42289d1-a3e5-485c-a3fe-df854c552fdb" providerId="ADAL" clId="{9A8B4455-0AA2-47B2-AC41-2D20ECF78631}" dt="2026-03-30T15:19:46.774" v="78" actId="26606"/>
          <ac:spMkLst>
            <pc:docMk/>
            <pc:sldMk cId="0" sldId="267"/>
            <ac:spMk id="3" creationId="{00000000-0000-0000-0000-000000000000}"/>
          </ac:spMkLst>
        </pc:spChg>
        <pc:spChg chg="add del">
          <ac:chgData name="Ed Schuster Bruce" userId="c42289d1-a3e5-485c-a3fe-df854c552fdb" providerId="ADAL" clId="{9A8B4455-0AA2-47B2-AC41-2D20ECF78631}" dt="2026-03-30T15:19:46.774" v="78" actId="26606"/>
          <ac:spMkLst>
            <pc:docMk/>
            <pc:sldMk cId="0" sldId="267"/>
            <ac:spMk id="8" creationId="{3741B58E-3B65-4A01-A276-975AB2CF8A08}"/>
          </ac:spMkLst>
        </pc:spChg>
        <pc:spChg chg="add del">
          <ac:chgData name="Ed Schuster Bruce" userId="c42289d1-a3e5-485c-a3fe-df854c552fdb" providerId="ADAL" clId="{9A8B4455-0AA2-47B2-AC41-2D20ECF78631}" dt="2026-03-30T15:19:46.774" v="78" actId="26606"/>
          <ac:spMkLst>
            <pc:docMk/>
            <pc:sldMk cId="0" sldId="267"/>
            <ac:spMk id="10" creationId="{7AAC67C3-831B-4AB1-A259-DFB839CAFAFC}"/>
          </ac:spMkLst>
        </pc:spChg>
        <pc:spChg chg="add del">
          <ac:chgData name="Ed Schuster Bruce" userId="c42289d1-a3e5-485c-a3fe-df854c552fdb" providerId="ADAL" clId="{9A8B4455-0AA2-47B2-AC41-2D20ECF78631}" dt="2026-03-30T15:19:46.774" v="78" actId="26606"/>
          <ac:spMkLst>
            <pc:docMk/>
            <pc:sldMk cId="0" sldId="267"/>
            <ac:spMk id="12" creationId="{054B3F04-9EAC-45C0-B3CE-0387EEA10A0C}"/>
          </ac:spMkLst>
        </pc:spChg>
      </pc:sldChg>
      <pc:sldChg chg="modSp">
        <pc:chgData name="Ed Schuster Bruce" userId="c42289d1-a3e5-485c-a3fe-df854c552fdb" providerId="ADAL" clId="{9A8B4455-0AA2-47B2-AC41-2D20ECF78631}" dt="2026-03-30T15:13:47.367" v="0"/>
        <pc:sldMkLst>
          <pc:docMk/>
          <pc:sldMk cId="0" sldId="268"/>
        </pc:sldMkLst>
        <pc:spChg chg="mod">
          <ac:chgData name="Ed Schuster Bruce" userId="c42289d1-a3e5-485c-a3fe-df854c552fdb" providerId="ADAL" clId="{9A8B4455-0AA2-47B2-AC41-2D20ECF78631}" dt="2026-03-30T15:13:47.367" v="0"/>
          <ac:spMkLst>
            <pc:docMk/>
            <pc:sldMk cId="0" sldId="268"/>
            <ac:spMk id="2" creationId="{00000000-0000-0000-0000-000000000000}"/>
          </ac:spMkLst>
        </pc:spChg>
        <pc:spChg chg="mod">
          <ac:chgData name="Ed Schuster Bruce" userId="c42289d1-a3e5-485c-a3fe-df854c552fdb" providerId="ADAL" clId="{9A8B4455-0AA2-47B2-AC41-2D20ECF78631}" dt="2026-03-30T15:13:47.367" v="0"/>
          <ac:spMkLst>
            <pc:docMk/>
            <pc:sldMk cId="0" sldId="268"/>
            <ac:spMk id="3" creationId="{00000000-0000-0000-0000-000000000000}"/>
          </ac:spMkLst>
        </pc:spChg>
      </pc:sldChg>
      <pc:sldChg chg="modSp">
        <pc:chgData name="Ed Schuster Bruce" userId="c42289d1-a3e5-485c-a3fe-df854c552fdb" providerId="ADAL" clId="{9A8B4455-0AA2-47B2-AC41-2D20ECF78631}" dt="2026-03-30T15:13:47.367" v="0"/>
        <pc:sldMkLst>
          <pc:docMk/>
          <pc:sldMk cId="0" sldId="269"/>
        </pc:sldMkLst>
        <pc:spChg chg="mod">
          <ac:chgData name="Ed Schuster Bruce" userId="c42289d1-a3e5-485c-a3fe-df854c552fdb" providerId="ADAL" clId="{9A8B4455-0AA2-47B2-AC41-2D20ECF78631}" dt="2026-03-30T15:13:47.367" v="0"/>
          <ac:spMkLst>
            <pc:docMk/>
            <pc:sldMk cId="0" sldId="269"/>
            <ac:spMk id="2" creationId="{00000000-0000-0000-0000-000000000000}"/>
          </ac:spMkLst>
        </pc:spChg>
        <pc:spChg chg="mod">
          <ac:chgData name="Ed Schuster Bruce" userId="c42289d1-a3e5-485c-a3fe-df854c552fdb" providerId="ADAL" clId="{9A8B4455-0AA2-47B2-AC41-2D20ECF78631}" dt="2026-03-30T15:13:47.367" v="0"/>
          <ac:spMkLst>
            <pc:docMk/>
            <pc:sldMk cId="0" sldId="269"/>
            <ac:spMk id="3" creationId="{00000000-0000-0000-0000-000000000000}"/>
          </ac:spMkLst>
        </pc:spChg>
      </pc:sldChg>
      <pc:sldChg chg="addSp delSp modSp mod setBg">
        <pc:chgData name="Ed Schuster Bruce" userId="c42289d1-a3e5-485c-a3fe-df854c552fdb" providerId="ADAL" clId="{9A8B4455-0AA2-47B2-AC41-2D20ECF78631}" dt="2026-03-30T15:18:14.939" v="69" actId="26606"/>
        <pc:sldMkLst>
          <pc:docMk/>
          <pc:sldMk cId="315972533" sldId="270"/>
        </pc:sldMkLst>
        <pc:spChg chg="mod">
          <ac:chgData name="Ed Schuster Bruce" userId="c42289d1-a3e5-485c-a3fe-df854c552fdb" providerId="ADAL" clId="{9A8B4455-0AA2-47B2-AC41-2D20ECF78631}" dt="2026-03-30T15:18:14.939" v="69" actId="26606"/>
          <ac:spMkLst>
            <pc:docMk/>
            <pc:sldMk cId="315972533" sldId="270"/>
            <ac:spMk id="2" creationId="{C5CFE125-03D9-7521-4CC7-3DC43EADF4DB}"/>
          </ac:spMkLst>
        </pc:spChg>
        <pc:spChg chg="del mod">
          <ac:chgData name="Ed Schuster Bruce" userId="c42289d1-a3e5-485c-a3fe-df854c552fdb" providerId="ADAL" clId="{9A8B4455-0AA2-47B2-AC41-2D20ECF78631}" dt="2026-03-30T15:18:14.939" v="69" actId="26606"/>
          <ac:spMkLst>
            <pc:docMk/>
            <pc:sldMk cId="315972533" sldId="270"/>
            <ac:spMk id="3" creationId="{F83A6B67-DC01-0494-4A40-0B3678F4FD8D}"/>
          </ac:spMkLst>
        </pc:spChg>
        <pc:spChg chg="add">
          <ac:chgData name="Ed Schuster Bruce" userId="c42289d1-a3e5-485c-a3fe-df854c552fdb" providerId="ADAL" clId="{9A8B4455-0AA2-47B2-AC41-2D20ECF78631}" dt="2026-03-30T15:18:14.939" v="69" actId="26606"/>
          <ac:spMkLst>
            <pc:docMk/>
            <pc:sldMk cId="315972533" sldId="270"/>
            <ac:spMk id="9" creationId="{FB5993E2-C02B-4335-ABA5-D8EC465551E3}"/>
          </ac:spMkLst>
        </pc:spChg>
        <pc:spChg chg="add">
          <ac:chgData name="Ed Schuster Bruce" userId="c42289d1-a3e5-485c-a3fe-df854c552fdb" providerId="ADAL" clId="{9A8B4455-0AA2-47B2-AC41-2D20ECF78631}" dt="2026-03-30T15:18:14.939" v="69" actId="26606"/>
          <ac:spMkLst>
            <pc:docMk/>
            <pc:sldMk cId="315972533" sldId="270"/>
            <ac:spMk id="11" creationId="{C0B801A2-5622-4BE8-9AD2-C337A2CD0022}"/>
          </ac:spMkLst>
        </pc:spChg>
        <pc:spChg chg="add">
          <ac:chgData name="Ed Schuster Bruce" userId="c42289d1-a3e5-485c-a3fe-df854c552fdb" providerId="ADAL" clId="{9A8B4455-0AA2-47B2-AC41-2D20ECF78631}" dt="2026-03-30T15:18:14.939" v="69" actId="26606"/>
          <ac:spMkLst>
            <pc:docMk/>
            <pc:sldMk cId="315972533" sldId="270"/>
            <ac:spMk id="13" creationId="{B7AF614F-5BC3-4086-99F5-B87C5847A071}"/>
          </ac:spMkLst>
        </pc:spChg>
        <pc:graphicFrameChg chg="add">
          <ac:chgData name="Ed Schuster Bruce" userId="c42289d1-a3e5-485c-a3fe-df854c552fdb" providerId="ADAL" clId="{9A8B4455-0AA2-47B2-AC41-2D20ECF78631}" dt="2026-03-30T15:18:14.939" v="69" actId="26606"/>
          <ac:graphicFrameMkLst>
            <pc:docMk/>
            <pc:sldMk cId="315972533" sldId="270"/>
            <ac:graphicFrameMk id="5" creationId="{A90696BB-3499-12E5-2BDE-5227B0A6FF7D}"/>
          </ac:graphicFrameMkLst>
        </pc:graphicFrameChg>
      </pc:sldChg>
      <pc:sldChg chg="addSp modSp mod setBg">
        <pc:chgData name="Ed Schuster Bruce" userId="c42289d1-a3e5-485c-a3fe-df854c552fdb" providerId="ADAL" clId="{9A8B4455-0AA2-47B2-AC41-2D20ECF78631}" dt="2026-03-30T15:19:00.012" v="73" actId="26606"/>
        <pc:sldMkLst>
          <pc:docMk/>
          <pc:sldMk cId="1880756060" sldId="271"/>
        </pc:sldMkLst>
        <pc:spChg chg="mod">
          <ac:chgData name="Ed Schuster Bruce" userId="c42289d1-a3e5-485c-a3fe-df854c552fdb" providerId="ADAL" clId="{9A8B4455-0AA2-47B2-AC41-2D20ECF78631}" dt="2026-03-30T15:19:00.012" v="73" actId="26606"/>
          <ac:spMkLst>
            <pc:docMk/>
            <pc:sldMk cId="1880756060" sldId="271"/>
            <ac:spMk id="2" creationId="{85F893D5-89D2-AC4D-326B-F20345CD9EBC}"/>
          </ac:spMkLst>
        </pc:spChg>
        <pc:spChg chg="mod">
          <ac:chgData name="Ed Schuster Bruce" userId="c42289d1-a3e5-485c-a3fe-df854c552fdb" providerId="ADAL" clId="{9A8B4455-0AA2-47B2-AC41-2D20ECF78631}" dt="2026-03-30T15:19:00.012" v="73" actId="26606"/>
          <ac:spMkLst>
            <pc:docMk/>
            <pc:sldMk cId="1880756060" sldId="271"/>
            <ac:spMk id="3" creationId="{7864E2E9-9FB1-57A6-2089-D86D348E5694}"/>
          </ac:spMkLst>
        </pc:spChg>
        <pc:spChg chg="add">
          <ac:chgData name="Ed Schuster Bruce" userId="c42289d1-a3e5-485c-a3fe-df854c552fdb" providerId="ADAL" clId="{9A8B4455-0AA2-47B2-AC41-2D20ECF78631}" dt="2026-03-30T15:19:00.012" v="73" actId="26606"/>
          <ac:spMkLst>
            <pc:docMk/>
            <pc:sldMk cId="1880756060" sldId="271"/>
            <ac:spMk id="8" creationId="{3741B58E-3B65-4A01-A276-975AB2CF8A08}"/>
          </ac:spMkLst>
        </pc:spChg>
        <pc:spChg chg="add">
          <ac:chgData name="Ed Schuster Bruce" userId="c42289d1-a3e5-485c-a3fe-df854c552fdb" providerId="ADAL" clId="{9A8B4455-0AA2-47B2-AC41-2D20ECF78631}" dt="2026-03-30T15:19:00.012" v="73" actId="26606"/>
          <ac:spMkLst>
            <pc:docMk/>
            <pc:sldMk cId="1880756060" sldId="271"/>
            <ac:spMk id="10" creationId="{7AAC67C3-831B-4AB1-A259-DFB839CAFAFC}"/>
          </ac:spMkLst>
        </pc:spChg>
        <pc:spChg chg="add">
          <ac:chgData name="Ed Schuster Bruce" userId="c42289d1-a3e5-485c-a3fe-df854c552fdb" providerId="ADAL" clId="{9A8B4455-0AA2-47B2-AC41-2D20ECF78631}" dt="2026-03-30T15:19:00.012" v="73" actId="26606"/>
          <ac:spMkLst>
            <pc:docMk/>
            <pc:sldMk cId="1880756060" sldId="271"/>
            <ac:spMk id="12" creationId="{054B3F04-9EAC-45C0-B3CE-0387EEA10A0C}"/>
          </ac:spMkLst>
        </pc:spChg>
      </pc:sldChg>
      <pc:sldChg chg="addSp modSp mod setBg">
        <pc:chgData name="Ed Schuster Bruce" userId="c42289d1-a3e5-485c-a3fe-df854c552fdb" providerId="ADAL" clId="{9A8B4455-0AA2-47B2-AC41-2D20ECF78631}" dt="2026-03-30T15:19:05.992" v="75" actId="26606"/>
        <pc:sldMkLst>
          <pc:docMk/>
          <pc:sldMk cId="4057808587" sldId="272"/>
        </pc:sldMkLst>
        <pc:spChg chg="mod">
          <ac:chgData name="Ed Schuster Bruce" userId="c42289d1-a3e5-485c-a3fe-df854c552fdb" providerId="ADAL" clId="{9A8B4455-0AA2-47B2-AC41-2D20ECF78631}" dt="2026-03-30T15:19:05.992" v="75" actId="26606"/>
          <ac:spMkLst>
            <pc:docMk/>
            <pc:sldMk cId="4057808587" sldId="272"/>
            <ac:spMk id="2" creationId="{44511975-064C-87EA-28FB-52BDE33E81EF}"/>
          </ac:spMkLst>
        </pc:spChg>
        <pc:spChg chg="mod">
          <ac:chgData name="Ed Schuster Bruce" userId="c42289d1-a3e5-485c-a3fe-df854c552fdb" providerId="ADAL" clId="{9A8B4455-0AA2-47B2-AC41-2D20ECF78631}" dt="2026-03-30T15:19:05.992" v="75" actId="26606"/>
          <ac:spMkLst>
            <pc:docMk/>
            <pc:sldMk cId="4057808587" sldId="272"/>
            <ac:spMk id="3" creationId="{3500F7AD-5971-C50E-0B46-65458CEEFB66}"/>
          </ac:spMkLst>
        </pc:spChg>
        <pc:spChg chg="add">
          <ac:chgData name="Ed Schuster Bruce" userId="c42289d1-a3e5-485c-a3fe-df854c552fdb" providerId="ADAL" clId="{9A8B4455-0AA2-47B2-AC41-2D20ECF78631}" dt="2026-03-30T15:19:05.992" v="75" actId="26606"/>
          <ac:spMkLst>
            <pc:docMk/>
            <pc:sldMk cId="4057808587" sldId="272"/>
            <ac:spMk id="8" creationId="{3741B58E-3B65-4A01-A276-975AB2CF8A08}"/>
          </ac:spMkLst>
        </pc:spChg>
        <pc:spChg chg="add">
          <ac:chgData name="Ed Schuster Bruce" userId="c42289d1-a3e5-485c-a3fe-df854c552fdb" providerId="ADAL" clId="{9A8B4455-0AA2-47B2-AC41-2D20ECF78631}" dt="2026-03-30T15:19:05.992" v="75" actId="26606"/>
          <ac:spMkLst>
            <pc:docMk/>
            <pc:sldMk cId="4057808587" sldId="272"/>
            <ac:spMk id="10" creationId="{7AAC67C3-831B-4AB1-A259-DFB839CAFAFC}"/>
          </ac:spMkLst>
        </pc:spChg>
        <pc:spChg chg="add">
          <ac:chgData name="Ed Schuster Bruce" userId="c42289d1-a3e5-485c-a3fe-df854c552fdb" providerId="ADAL" clId="{9A8B4455-0AA2-47B2-AC41-2D20ECF78631}" dt="2026-03-30T15:19:05.992" v="75" actId="26606"/>
          <ac:spMkLst>
            <pc:docMk/>
            <pc:sldMk cId="4057808587" sldId="272"/>
            <ac:spMk id="12" creationId="{054B3F04-9EAC-45C0-B3CE-0387EEA10A0C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06E7BF2-FB32-444B-9A1D-15B43686914E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5AC0125-5EB9-4F3D-A054-4C13FDA37AC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Wave energy is a renewable energy source</a:t>
          </a:r>
        </a:p>
      </dgm:t>
    </dgm:pt>
    <dgm:pt modelId="{3F97287E-F3BD-4528-9AED-45AFCB156B19}" type="parTrans" cxnId="{0A0D1D10-F957-4A05-83DA-811099B64FC7}">
      <dgm:prSet/>
      <dgm:spPr/>
      <dgm:t>
        <a:bodyPr/>
        <a:lstStyle/>
        <a:p>
          <a:endParaRPr lang="en-US"/>
        </a:p>
      </dgm:t>
    </dgm:pt>
    <dgm:pt modelId="{24D1F5AD-EA36-46BB-B937-02691F9B464A}" type="sibTrans" cxnId="{0A0D1D10-F957-4A05-83DA-811099B64FC7}">
      <dgm:prSet/>
      <dgm:spPr/>
      <dgm:t>
        <a:bodyPr/>
        <a:lstStyle/>
        <a:p>
          <a:endParaRPr lang="en-US"/>
        </a:p>
      </dgm:t>
    </dgm:pt>
    <dgm:pt modelId="{E10A8E21-6B16-4837-9C69-C2CA359F034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Point absorbers convert wave motion into electricity</a:t>
          </a:r>
        </a:p>
      </dgm:t>
    </dgm:pt>
    <dgm:pt modelId="{80B03685-6EA6-4D17-BDEF-6131C8C7E70C}" type="parTrans" cxnId="{B5BA1A89-14D4-49FD-B44B-8F7D50F15C70}">
      <dgm:prSet/>
      <dgm:spPr/>
      <dgm:t>
        <a:bodyPr/>
        <a:lstStyle/>
        <a:p>
          <a:endParaRPr lang="en-US"/>
        </a:p>
      </dgm:t>
    </dgm:pt>
    <dgm:pt modelId="{9C91EDBD-784F-4A3B-AC06-9012EBB3B4C9}" type="sibTrans" cxnId="{B5BA1A89-14D4-49FD-B44B-8F7D50F15C70}">
      <dgm:prSet/>
      <dgm:spPr/>
      <dgm:t>
        <a:bodyPr/>
        <a:lstStyle/>
        <a:p>
          <a:endParaRPr lang="en-US"/>
        </a:p>
      </dgm:t>
    </dgm:pt>
    <dgm:pt modelId="{74020127-B3D8-49D5-B06B-C7E53A31071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Goal: maximise power extraction</a:t>
          </a:r>
        </a:p>
      </dgm:t>
    </dgm:pt>
    <dgm:pt modelId="{5D40743F-E9E2-415E-9FF1-76AC12738879}" type="parTrans" cxnId="{89EB59F6-61BA-4236-A654-4928EA387140}">
      <dgm:prSet/>
      <dgm:spPr/>
      <dgm:t>
        <a:bodyPr/>
        <a:lstStyle/>
        <a:p>
          <a:endParaRPr lang="en-US"/>
        </a:p>
      </dgm:t>
    </dgm:pt>
    <dgm:pt modelId="{8C8BBF47-C6F7-4CE6-B7B9-D8050BB6693C}" type="sibTrans" cxnId="{89EB59F6-61BA-4236-A654-4928EA387140}">
      <dgm:prSet/>
      <dgm:spPr/>
      <dgm:t>
        <a:bodyPr/>
        <a:lstStyle/>
        <a:p>
          <a:endParaRPr lang="en-US"/>
        </a:p>
      </dgm:t>
    </dgm:pt>
    <dgm:pt modelId="{13BF4581-9CE7-4B04-86C3-D683CE6287C7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Our Modelling aimed to answer. What is the best control strategy and buoy design</a:t>
          </a:r>
          <a:endParaRPr lang="en-US"/>
        </a:p>
      </dgm:t>
    </dgm:pt>
    <dgm:pt modelId="{DD6E0A46-E55C-4478-BFEF-AB708343616A}" type="parTrans" cxnId="{F29B14B0-8C2E-472A-AC1D-950FBD118B2B}">
      <dgm:prSet/>
      <dgm:spPr/>
      <dgm:t>
        <a:bodyPr/>
        <a:lstStyle/>
        <a:p>
          <a:endParaRPr lang="en-US"/>
        </a:p>
      </dgm:t>
    </dgm:pt>
    <dgm:pt modelId="{57805E3F-8A74-4B0E-B14F-179FDEBAD23D}" type="sibTrans" cxnId="{F29B14B0-8C2E-472A-AC1D-950FBD118B2B}">
      <dgm:prSet/>
      <dgm:spPr/>
      <dgm:t>
        <a:bodyPr/>
        <a:lstStyle/>
        <a:p>
          <a:endParaRPr lang="en-US"/>
        </a:p>
      </dgm:t>
    </dgm:pt>
    <dgm:pt modelId="{F529C06B-B36F-42C8-B72D-5723A74ECF0D}" type="pres">
      <dgm:prSet presAssocID="{406E7BF2-FB32-444B-9A1D-15B43686914E}" presName="root" presStyleCnt="0">
        <dgm:presLayoutVars>
          <dgm:dir/>
          <dgm:resizeHandles val="exact"/>
        </dgm:presLayoutVars>
      </dgm:prSet>
      <dgm:spPr/>
    </dgm:pt>
    <dgm:pt modelId="{50C61A6A-A68B-429A-B299-F2E09B56AA42}" type="pres">
      <dgm:prSet presAssocID="{05AC0125-5EB9-4F3D-A054-4C13FDA37AC0}" presName="compNode" presStyleCnt="0"/>
      <dgm:spPr/>
    </dgm:pt>
    <dgm:pt modelId="{350A5A81-974F-4278-A04F-DEAD47632A4E}" type="pres">
      <dgm:prSet presAssocID="{05AC0125-5EB9-4F3D-A054-4C13FDA37AC0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un"/>
        </a:ext>
      </dgm:extLst>
    </dgm:pt>
    <dgm:pt modelId="{84075275-86B4-4C48-80B0-6C9C991121D9}" type="pres">
      <dgm:prSet presAssocID="{05AC0125-5EB9-4F3D-A054-4C13FDA37AC0}" presName="spaceRect" presStyleCnt="0"/>
      <dgm:spPr/>
    </dgm:pt>
    <dgm:pt modelId="{FB518755-C557-4EBC-9D01-784CFC54D88E}" type="pres">
      <dgm:prSet presAssocID="{05AC0125-5EB9-4F3D-A054-4C13FDA37AC0}" presName="textRect" presStyleLbl="revTx" presStyleIdx="0" presStyleCnt="4">
        <dgm:presLayoutVars>
          <dgm:chMax val="1"/>
          <dgm:chPref val="1"/>
        </dgm:presLayoutVars>
      </dgm:prSet>
      <dgm:spPr/>
    </dgm:pt>
    <dgm:pt modelId="{A4993B19-34CF-4A63-A9AB-36C2034B38C2}" type="pres">
      <dgm:prSet presAssocID="{24D1F5AD-EA36-46BB-B937-02691F9B464A}" presName="sibTrans" presStyleCnt="0"/>
      <dgm:spPr/>
    </dgm:pt>
    <dgm:pt modelId="{98D07BA2-5311-4686-A6C9-45DFC6A5EDC0}" type="pres">
      <dgm:prSet presAssocID="{E10A8E21-6B16-4837-9C69-C2CA359F0349}" presName="compNode" presStyleCnt="0"/>
      <dgm:spPr/>
    </dgm:pt>
    <dgm:pt modelId="{3019CE07-E5D5-4E60-8688-85C00DF4F3F2}" type="pres">
      <dgm:prSet presAssocID="{E10A8E21-6B16-4837-9C69-C2CA359F0349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igh Voltage"/>
        </a:ext>
      </dgm:extLst>
    </dgm:pt>
    <dgm:pt modelId="{48CDB3B4-BF22-4898-AA93-253891608FD7}" type="pres">
      <dgm:prSet presAssocID="{E10A8E21-6B16-4837-9C69-C2CA359F0349}" presName="spaceRect" presStyleCnt="0"/>
      <dgm:spPr/>
    </dgm:pt>
    <dgm:pt modelId="{71E0A3DB-90FD-40BA-B946-859EBFFEFC29}" type="pres">
      <dgm:prSet presAssocID="{E10A8E21-6B16-4837-9C69-C2CA359F0349}" presName="textRect" presStyleLbl="revTx" presStyleIdx="1" presStyleCnt="4">
        <dgm:presLayoutVars>
          <dgm:chMax val="1"/>
          <dgm:chPref val="1"/>
        </dgm:presLayoutVars>
      </dgm:prSet>
      <dgm:spPr/>
    </dgm:pt>
    <dgm:pt modelId="{E47A15BB-FFB1-4BCE-9A72-8839AF48510F}" type="pres">
      <dgm:prSet presAssocID="{9C91EDBD-784F-4A3B-AC06-9012EBB3B4C9}" presName="sibTrans" presStyleCnt="0"/>
      <dgm:spPr/>
    </dgm:pt>
    <dgm:pt modelId="{7CCDB80B-FCE7-4ED0-BC61-929620BEE39F}" type="pres">
      <dgm:prSet presAssocID="{74020127-B3D8-49D5-B06B-C7E53A310714}" presName="compNode" presStyleCnt="0"/>
      <dgm:spPr/>
    </dgm:pt>
    <dgm:pt modelId="{F39B1B02-3948-4887-B380-EA3C59D281D0}" type="pres">
      <dgm:prSet presAssocID="{74020127-B3D8-49D5-B06B-C7E53A310714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DD35996B-A8C7-415D-9AA7-3CDF997048E3}" type="pres">
      <dgm:prSet presAssocID="{74020127-B3D8-49D5-B06B-C7E53A310714}" presName="spaceRect" presStyleCnt="0"/>
      <dgm:spPr/>
    </dgm:pt>
    <dgm:pt modelId="{3CE000F7-9B27-44C3-B171-018FAB3E9F92}" type="pres">
      <dgm:prSet presAssocID="{74020127-B3D8-49D5-B06B-C7E53A310714}" presName="textRect" presStyleLbl="revTx" presStyleIdx="2" presStyleCnt="4">
        <dgm:presLayoutVars>
          <dgm:chMax val="1"/>
          <dgm:chPref val="1"/>
        </dgm:presLayoutVars>
      </dgm:prSet>
      <dgm:spPr/>
    </dgm:pt>
    <dgm:pt modelId="{82CB40A5-714F-4FAC-B312-E324D9DBBC41}" type="pres">
      <dgm:prSet presAssocID="{8C8BBF47-C6F7-4CE6-B7B9-D8050BB6693C}" presName="sibTrans" presStyleCnt="0"/>
      <dgm:spPr/>
    </dgm:pt>
    <dgm:pt modelId="{68CBA121-AB9A-42E2-8CCA-23EE6C40A0D9}" type="pres">
      <dgm:prSet presAssocID="{13BF4581-9CE7-4B04-86C3-D683CE6287C7}" presName="compNode" presStyleCnt="0"/>
      <dgm:spPr/>
    </dgm:pt>
    <dgm:pt modelId="{81ABB5A7-DDA3-4564-90F0-EDE023AFBFBF}" type="pres">
      <dgm:prSet presAssocID="{13BF4581-9CE7-4B04-86C3-D683CE6287C7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arget"/>
        </a:ext>
      </dgm:extLst>
    </dgm:pt>
    <dgm:pt modelId="{AEB307B2-FC20-44B4-8F91-EABC58F28094}" type="pres">
      <dgm:prSet presAssocID="{13BF4581-9CE7-4B04-86C3-D683CE6287C7}" presName="spaceRect" presStyleCnt="0"/>
      <dgm:spPr/>
    </dgm:pt>
    <dgm:pt modelId="{681ED4EC-0F46-4628-BD43-C43562885F28}" type="pres">
      <dgm:prSet presAssocID="{13BF4581-9CE7-4B04-86C3-D683CE6287C7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39A4770B-35FA-4A12-A71A-D308B2451D78}" type="presOf" srcId="{406E7BF2-FB32-444B-9A1D-15B43686914E}" destId="{F529C06B-B36F-42C8-B72D-5723A74ECF0D}" srcOrd="0" destOrd="0" presId="urn:microsoft.com/office/officeart/2018/2/layout/IconLabelList"/>
    <dgm:cxn modelId="{0A0D1D10-F957-4A05-83DA-811099B64FC7}" srcId="{406E7BF2-FB32-444B-9A1D-15B43686914E}" destId="{05AC0125-5EB9-4F3D-A054-4C13FDA37AC0}" srcOrd="0" destOrd="0" parTransId="{3F97287E-F3BD-4528-9AED-45AFCB156B19}" sibTransId="{24D1F5AD-EA36-46BB-B937-02691F9B464A}"/>
    <dgm:cxn modelId="{01FFE03E-4FB7-4B20-9A99-3DE102A2D88E}" type="presOf" srcId="{13BF4581-9CE7-4B04-86C3-D683CE6287C7}" destId="{681ED4EC-0F46-4628-BD43-C43562885F28}" srcOrd="0" destOrd="0" presId="urn:microsoft.com/office/officeart/2018/2/layout/IconLabelList"/>
    <dgm:cxn modelId="{629E7E5E-A53B-41C7-A9CF-247C3E6CF300}" type="presOf" srcId="{74020127-B3D8-49D5-B06B-C7E53A310714}" destId="{3CE000F7-9B27-44C3-B171-018FAB3E9F92}" srcOrd="0" destOrd="0" presId="urn:microsoft.com/office/officeart/2018/2/layout/IconLabelList"/>
    <dgm:cxn modelId="{187D5E75-4022-4923-AD6A-50CE5CE58AC1}" type="presOf" srcId="{E10A8E21-6B16-4837-9C69-C2CA359F0349}" destId="{71E0A3DB-90FD-40BA-B946-859EBFFEFC29}" srcOrd="0" destOrd="0" presId="urn:microsoft.com/office/officeart/2018/2/layout/IconLabelList"/>
    <dgm:cxn modelId="{7C919C87-8A7C-40B5-A45B-CA680D8BAB3A}" type="presOf" srcId="{05AC0125-5EB9-4F3D-A054-4C13FDA37AC0}" destId="{FB518755-C557-4EBC-9D01-784CFC54D88E}" srcOrd="0" destOrd="0" presId="urn:microsoft.com/office/officeart/2018/2/layout/IconLabelList"/>
    <dgm:cxn modelId="{B5BA1A89-14D4-49FD-B44B-8F7D50F15C70}" srcId="{406E7BF2-FB32-444B-9A1D-15B43686914E}" destId="{E10A8E21-6B16-4837-9C69-C2CA359F0349}" srcOrd="1" destOrd="0" parTransId="{80B03685-6EA6-4D17-BDEF-6131C8C7E70C}" sibTransId="{9C91EDBD-784F-4A3B-AC06-9012EBB3B4C9}"/>
    <dgm:cxn modelId="{F29B14B0-8C2E-472A-AC1D-950FBD118B2B}" srcId="{406E7BF2-FB32-444B-9A1D-15B43686914E}" destId="{13BF4581-9CE7-4B04-86C3-D683CE6287C7}" srcOrd="3" destOrd="0" parTransId="{DD6E0A46-E55C-4478-BFEF-AB708343616A}" sibTransId="{57805E3F-8A74-4B0E-B14F-179FDEBAD23D}"/>
    <dgm:cxn modelId="{89EB59F6-61BA-4236-A654-4928EA387140}" srcId="{406E7BF2-FB32-444B-9A1D-15B43686914E}" destId="{74020127-B3D8-49D5-B06B-C7E53A310714}" srcOrd="2" destOrd="0" parTransId="{5D40743F-E9E2-415E-9FF1-76AC12738879}" sibTransId="{8C8BBF47-C6F7-4CE6-B7B9-D8050BB6693C}"/>
    <dgm:cxn modelId="{7A8632BF-D5CD-4644-8E9E-E8CC5B889E07}" type="presParOf" srcId="{F529C06B-B36F-42C8-B72D-5723A74ECF0D}" destId="{50C61A6A-A68B-429A-B299-F2E09B56AA42}" srcOrd="0" destOrd="0" presId="urn:microsoft.com/office/officeart/2018/2/layout/IconLabelList"/>
    <dgm:cxn modelId="{D0E4D5AF-B99B-4CB8-A637-B01635001A00}" type="presParOf" srcId="{50C61A6A-A68B-429A-B299-F2E09B56AA42}" destId="{350A5A81-974F-4278-A04F-DEAD47632A4E}" srcOrd="0" destOrd="0" presId="urn:microsoft.com/office/officeart/2018/2/layout/IconLabelList"/>
    <dgm:cxn modelId="{15CBDFB7-2C7C-4C95-B1E1-92FCFBA42C0B}" type="presParOf" srcId="{50C61A6A-A68B-429A-B299-F2E09B56AA42}" destId="{84075275-86B4-4C48-80B0-6C9C991121D9}" srcOrd="1" destOrd="0" presId="urn:microsoft.com/office/officeart/2018/2/layout/IconLabelList"/>
    <dgm:cxn modelId="{A7ECA072-5A22-4658-BB70-07C6CAB86A83}" type="presParOf" srcId="{50C61A6A-A68B-429A-B299-F2E09B56AA42}" destId="{FB518755-C557-4EBC-9D01-784CFC54D88E}" srcOrd="2" destOrd="0" presId="urn:microsoft.com/office/officeart/2018/2/layout/IconLabelList"/>
    <dgm:cxn modelId="{01B3EC39-3CE7-440B-99A7-EAE9E12183C4}" type="presParOf" srcId="{F529C06B-B36F-42C8-B72D-5723A74ECF0D}" destId="{A4993B19-34CF-4A63-A9AB-36C2034B38C2}" srcOrd="1" destOrd="0" presId="urn:microsoft.com/office/officeart/2018/2/layout/IconLabelList"/>
    <dgm:cxn modelId="{AE91FA59-7EF4-47CC-B6EE-2D71A4C0852C}" type="presParOf" srcId="{F529C06B-B36F-42C8-B72D-5723A74ECF0D}" destId="{98D07BA2-5311-4686-A6C9-45DFC6A5EDC0}" srcOrd="2" destOrd="0" presId="urn:microsoft.com/office/officeart/2018/2/layout/IconLabelList"/>
    <dgm:cxn modelId="{E46069DC-6FD2-477E-A41E-ADF00CC3E5B1}" type="presParOf" srcId="{98D07BA2-5311-4686-A6C9-45DFC6A5EDC0}" destId="{3019CE07-E5D5-4E60-8688-85C00DF4F3F2}" srcOrd="0" destOrd="0" presId="urn:microsoft.com/office/officeart/2018/2/layout/IconLabelList"/>
    <dgm:cxn modelId="{78DF0909-4B2E-4B8B-A307-820D4767241E}" type="presParOf" srcId="{98D07BA2-5311-4686-A6C9-45DFC6A5EDC0}" destId="{48CDB3B4-BF22-4898-AA93-253891608FD7}" srcOrd="1" destOrd="0" presId="urn:microsoft.com/office/officeart/2018/2/layout/IconLabelList"/>
    <dgm:cxn modelId="{72739B4A-88D3-480B-B37A-3CAAA8A446CD}" type="presParOf" srcId="{98D07BA2-5311-4686-A6C9-45DFC6A5EDC0}" destId="{71E0A3DB-90FD-40BA-B946-859EBFFEFC29}" srcOrd="2" destOrd="0" presId="urn:microsoft.com/office/officeart/2018/2/layout/IconLabelList"/>
    <dgm:cxn modelId="{B13C17BF-DB4B-47B7-A39C-DB4D8E5F53DB}" type="presParOf" srcId="{F529C06B-B36F-42C8-B72D-5723A74ECF0D}" destId="{E47A15BB-FFB1-4BCE-9A72-8839AF48510F}" srcOrd="3" destOrd="0" presId="urn:microsoft.com/office/officeart/2018/2/layout/IconLabelList"/>
    <dgm:cxn modelId="{7ECFAE06-2AF1-4236-9C84-2833BD6DBB24}" type="presParOf" srcId="{F529C06B-B36F-42C8-B72D-5723A74ECF0D}" destId="{7CCDB80B-FCE7-4ED0-BC61-929620BEE39F}" srcOrd="4" destOrd="0" presId="urn:microsoft.com/office/officeart/2018/2/layout/IconLabelList"/>
    <dgm:cxn modelId="{345B2AF0-A998-4A0E-8E95-40631A179261}" type="presParOf" srcId="{7CCDB80B-FCE7-4ED0-BC61-929620BEE39F}" destId="{F39B1B02-3948-4887-B380-EA3C59D281D0}" srcOrd="0" destOrd="0" presId="urn:microsoft.com/office/officeart/2018/2/layout/IconLabelList"/>
    <dgm:cxn modelId="{506CC79B-6468-4159-8755-55229101F80C}" type="presParOf" srcId="{7CCDB80B-FCE7-4ED0-BC61-929620BEE39F}" destId="{DD35996B-A8C7-415D-9AA7-3CDF997048E3}" srcOrd="1" destOrd="0" presId="urn:microsoft.com/office/officeart/2018/2/layout/IconLabelList"/>
    <dgm:cxn modelId="{FEA66527-9541-4D2A-9567-A9D293C1F40F}" type="presParOf" srcId="{7CCDB80B-FCE7-4ED0-BC61-929620BEE39F}" destId="{3CE000F7-9B27-44C3-B171-018FAB3E9F92}" srcOrd="2" destOrd="0" presId="urn:microsoft.com/office/officeart/2018/2/layout/IconLabelList"/>
    <dgm:cxn modelId="{98F08F5B-5C1D-45DD-B856-E3FCC4A19CE8}" type="presParOf" srcId="{F529C06B-B36F-42C8-B72D-5723A74ECF0D}" destId="{82CB40A5-714F-4FAC-B312-E324D9DBBC41}" srcOrd="5" destOrd="0" presId="urn:microsoft.com/office/officeart/2018/2/layout/IconLabelList"/>
    <dgm:cxn modelId="{716E63A3-DF40-4FCE-AA29-72A74B2836E4}" type="presParOf" srcId="{F529C06B-B36F-42C8-B72D-5723A74ECF0D}" destId="{68CBA121-AB9A-42E2-8CCA-23EE6C40A0D9}" srcOrd="6" destOrd="0" presId="urn:microsoft.com/office/officeart/2018/2/layout/IconLabelList"/>
    <dgm:cxn modelId="{9BC38E4A-8566-49BD-97FB-750C699E5958}" type="presParOf" srcId="{68CBA121-AB9A-42E2-8CCA-23EE6C40A0D9}" destId="{81ABB5A7-DDA3-4564-90F0-EDE023AFBFBF}" srcOrd="0" destOrd="0" presId="urn:microsoft.com/office/officeart/2018/2/layout/IconLabelList"/>
    <dgm:cxn modelId="{C183D9AC-7331-41AC-8E8C-CDB204FC2276}" type="presParOf" srcId="{68CBA121-AB9A-42E2-8CCA-23EE6C40A0D9}" destId="{AEB307B2-FC20-44B4-8F91-EABC58F28094}" srcOrd="1" destOrd="0" presId="urn:microsoft.com/office/officeart/2018/2/layout/IconLabelList"/>
    <dgm:cxn modelId="{2BA4F2CD-97FC-4017-88AA-F9B5686C6E00}" type="presParOf" srcId="{68CBA121-AB9A-42E2-8CCA-23EE6C40A0D9}" destId="{681ED4EC-0F46-4628-BD43-C43562885F28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45C0BAE-2553-4496-A416-E12B6AE62E54}" type="doc">
      <dgm:prSet loTypeId="urn:microsoft.com/office/officeart/2005/8/layout/vProcess5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EA640921-6BA6-4213-863E-15D0E908F76F}">
      <dgm:prSet/>
      <dgm:spPr/>
      <dgm:t>
        <a:bodyPr/>
        <a:lstStyle/>
        <a:p>
          <a:r>
            <a:rPr lang="en-US" dirty="0"/>
            <a:t>Start with simple mass-spring-dampened system</a:t>
          </a:r>
        </a:p>
      </dgm:t>
    </dgm:pt>
    <dgm:pt modelId="{DFB2FF4D-3120-4D2F-A4F8-6E0B5E7D222F}" type="parTrans" cxnId="{2A593E45-878E-4AA7-B443-27BE5C83F34B}">
      <dgm:prSet/>
      <dgm:spPr/>
      <dgm:t>
        <a:bodyPr/>
        <a:lstStyle/>
        <a:p>
          <a:endParaRPr lang="en-US"/>
        </a:p>
      </dgm:t>
    </dgm:pt>
    <dgm:pt modelId="{D1034078-3F3D-4119-8E57-0F3D99148620}" type="sibTrans" cxnId="{2A593E45-878E-4AA7-B443-27BE5C83F34B}">
      <dgm:prSet/>
      <dgm:spPr/>
      <dgm:t>
        <a:bodyPr/>
        <a:lstStyle/>
        <a:p>
          <a:endParaRPr lang="en-US"/>
        </a:p>
      </dgm:t>
    </dgm:pt>
    <dgm:pt modelId="{1BBBE5A2-4AA9-493D-A90E-E0F6208F4FF9}">
      <dgm:prSet/>
      <dgm:spPr/>
      <dgm:t>
        <a:bodyPr/>
        <a:lstStyle/>
        <a:p>
          <a:r>
            <a:rPr lang="en-US" dirty="0"/>
            <a:t>Validate control strategies with simplified model</a:t>
          </a:r>
        </a:p>
      </dgm:t>
    </dgm:pt>
    <dgm:pt modelId="{3B510EF5-EDA3-4348-9D54-29B9A30DB3CA}" type="parTrans" cxnId="{47D9EFE6-4ADA-4EF3-9F53-7659E4819FE9}">
      <dgm:prSet/>
      <dgm:spPr/>
      <dgm:t>
        <a:bodyPr/>
        <a:lstStyle/>
        <a:p>
          <a:endParaRPr lang="en-US"/>
        </a:p>
      </dgm:t>
    </dgm:pt>
    <dgm:pt modelId="{414502DE-5645-4575-91D3-60F87F17ACAD}" type="sibTrans" cxnId="{47D9EFE6-4ADA-4EF3-9F53-7659E4819FE9}">
      <dgm:prSet/>
      <dgm:spPr/>
      <dgm:t>
        <a:bodyPr/>
        <a:lstStyle/>
        <a:p>
          <a:endParaRPr lang="en-US"/>
        </a:p>
      </dgm:t>
    </dgm:pt>
    <dgm:pt modelId="{B2C2DC13-9605-46C8-898A-6D7C29F85F71}">
      <dgm:prSet/>
      <dgm:spPr/>
      <dgm:t>
        <a:bodyPr/>
        <a:lstStyle/>
        <a:p>
          <a:r>
            <a:rPr lang="en-US" dirty="0"/>
            <a:t>Extend to Linear Potential Flow Model that include hydrodynamic effects</a:t>
          </a:r>
        </a:p>
      </dgm:t>
    </dgm:pt>
    <dgm:pt modelId="{CBFC4D48-4DEB-4796-933D-27B294529C87}" type="parTrans" cxnId="{8887979F-FADE-47B7-9D69-CCD8E402B567}">
      <dgm:prSet/>
      <dgm:spPr/>
      <dgm:t>
        <a:bodyPr/>
        <a:lstStyle/>
        <a:p>
          <a:endParaRPr lang="en-US"/>
        </a:p>
      </dgm:t>
    </dgm:pt>
    <dgm:pt modelId="{FF94C245-6119-448E-AF75-1C63283ED896}" type="sibTrans" cxnId="{8887979F-FADE-47B7-9D69-CCD8E402B567}">
      <dgm:prSet/>
      <dgm:spPr/>
      <dgm:t>
        <a:bodyPr/>
        <a:lstStyle/>
        <a:p>
          <a:endParaRPr lang="en-US"/>
        </a:p>
      </dgm:t>
    </dgm:pt>
    <dgm:pt modelId="{4081431B-E4D9-4367-BDCE-045E25E1E0B4}">
      <dgm:prSet/>
      <dgm:spPr/>
      <dgm:t>
        <a:bodyPr/>
        <a:lstStyle/>
        <a:p>
          <a:r>
            <a:rPr lang="en-US"/>
            <a:t>Analyse and compare performance</a:t>
          </a:r>
        </a:p>
      </dgm:t>
    </dgm:pt>
    <dgm:pt modelId="{0254D189-0BE2-489E-B212-44426F7CF2F5}" type="parTrans" cxnId="{F662DFCC-B415-4DF3-9755-7B31CC3D5F53}">
      <dgm:prSet/>
      <dgm:spPr/>
      <dgm:t>
        <a:bodyPr/>
        <a:lstStyle/>
        <a:p>
          <a:endParaRPr lang="en-US"/>
        </a:p>
      </dgm:t>
    </dgm:pt>
    <dgm:pt modelId="{6E2570D0-889E-4696-AABD-933795275240}" type="sibTrans" cxnId="{F662DFCC-B415-4DF3-9755-7B31CC3D5F53}">
      <dgm:prSet/>
      <dgm:spPr/>
      <dgm:t>
        <a:bodyPr/>
        <a:lstStyle/>
        <a:p>
          <a:endParaRPr lang="en-US"/>
        </a:p>
      </dgm:t>
    </dgm:pt>
    <dgm:pt modelId="{D8A6BC96-DF1D-48D3-8038-FDA055595AEA}" type="pres">
      <dgm:prSet presAssocID="{345C0BAE-2553-4496-A416-E12B6AE62E54}" presName="outerComposite" presStyleCnt="0">
        <dgm:presLayoutVars>
          <dgm:chMax val="5"/>
          <dgm:dir/>
          <dgm:resizeHandles val="exact"/>
        </dgm:presLayoutVars>
      </dgm:prSet>
      <dgm:spPr/>
    </dgm:pt>
    <dgm:pt modelId="{325606A9-CE79-48B1-8A63-634B9DA072D5}" type="pres">
      <dgm:prSet presAssocID="{345C0BAE-2553-4496-A416-E12B6AE62E54}" presName="dummyMaxCanvas" presStyleCnt="0">
        <dgm:presLayoutVars/>
      </dgm:prSet>
      <dgm:spPr/>
    </dgm:pt>
    <dgm:pt modelId="{5D90ADB1-92DD-4FAC-875F-C88054CA2A75}" type="pres">
      <dgm:prSet presAssocID="{345C0BAE-2553-4496-A416-E12B6AE62E54}" presName="FourNodes_1" presStyleLbl="node1" presStyleIdx="0" presStyleCnt="4">
        <dgm:presLayoutVars>
          <dgm:bulletEnabled val="1"/>
        </dgm:presLayoutVars>
      </dgm:prSet>
      <dgm:spPr/>
    </dgm:pt>
    <dgm:pt modelId="{5A686CA4-55F8-4F3B-BFEF-D341731117B5}" type="pres">
      <dgm:prSet presAssocID="{345C0BAE-2553-4496-A416-E12B6AE62E54}" presName="FourNodes_2" presStyleLbl="node1" presStyleIdx="1" presStyleCnt="4">
        <dgm:presLayoutVars>
          <dgm:bulletEnabled val="1"/>
        </dgm:presLayoutVars>
      </dgm:prSet>
      <dgm:spPr/>
    </dgm:pt>
    <dgm:pt modelId="{9711FC67-8269-4DED-ACB0-4C999FA322C3}" type="pres">
      <dgm:prSet presAssocID="{345C0BAE-2553-4496-A416-E12B6AE62E54}" presName="FourNodes_3" presStyleLbl="node1" presStyleIdx="2" presStyleCnt="4">
        <dgm:presLayoutVars>
          <dgm:bulletEnabled val="1"/>
        </dgm:presLayoutVars>
      </dgm:prSet>
      <dgm:spPr/>
    </dgm:pt>
    <dgm:pt modelId="{D7D0EEA1-3555-435A-B8EF-8D061747929C}" type="pres">
      <dgm:prSet presAssocID="{345C0BAE-2553-4496-A416-E12B6AE62E54}" presName="FourNodes_4" presStyleLbl="node1" presStyleIdx="3" presStyleCnt="4">
        <dgm:presLayoutVars>
          <dgm:bulletEnabled val="1"/>
        </dgm:presLayoutVars>
      </dgm:prSet>
      <dgm:spPr/>
    </dgm:pt>
    <dgm:pt modelId="{5962BF21-D7CB-4047-8840-8F91BE2A698F}" type="pres">
      <dgm:prSet presAssocID="{345C0BAE-2553-4496-A416-E12B6AE62E54}" presName="FourConn_1-2" presStyleLbl="fgAccFollowNode1" presStyleIdx="0" presStyleCnt="3">
        <dgm:presLayoutVars>
          <dgm:bulletEnabled val="1"/>
        </dgm:presLayoutVars>
      </dgm:prSet>
      <dgm:spPr/>
    </dgm:pt>
    <dgm:pt modelId="{22BB41E7-E0C8-435A-82A0-864C7DF2E5D1}" type="pres">
      <dgm:prSet presAssocID="{345C0BAE-2553-4496-A416-E12B6AE62E54}" presName="FourConn_2-3" presStyleLbl="fgAccFollowNode1" presStyleIdx="1" presStyleCnt="3">
        <dgm:presLayoutVars>
          <dgm:bulletEnabled val="1"/>
        </dgm:presLayoutVars>
      </dgm:prSet>
      <dgm:spPr/>
    </dgm:pt>
    <dgm:pt modelId="{578B81B2-18E5-4A11-87B9-295B2C18C224}" type="pres">
      <dgm:prSet presAssocID="{345C0BAE-2553-4496-A416-E12B6AE62E54}" presName="FourConn_3-4" presStyleLbl="fgAccFollowNode1" presStyleIdx="2" presStyleCnt="3">
        <dgm:presLayoutVars>
          <dgm:bulletEnabled val="1"/>
        </dgm:presLayoutVars>
      </dgm:prSet>
      <dgm:spPr/>
    </dgm:pt>
    <dgm:pt modelId="{9BF79FE2-D6B6-420B-B974-0F7D9AFF6A40}" type="pres">
      <dgm:prSet presAssocID="{345C0BAE-2553-4496-A416-E12B6AE62E54}" presName="FourNodes_1_text" presStyleLbl="node1" presStyleIdx="3" presStyleCnt="4">
        <dgm:presLayoutVars>
          <dgm:bulletEnabled val="1"/>
        </dgm:presLayoutVars>
      </dgm:prSet>
      <dgm:spPr/>
    </dgm:pt>
    <dgm:pt modelId="{86E265EB-A14E-452C-A964-15DAC8C7A172}" type="pres">
      <dgm:prSet presAssocID="{345C0BAE-2553-4496-A416-E12B6AE62E54}" presName="FourNodes_2_text" presStyleLbl="node1" presStyleIdx="3" presStyleCnt="4">
        <dgm:presLayoutVars>
          <dgm:bulletEnabled val="1"/>
        </dgm:presLayoutVars>
      </dgm:prSet>
      <dgm:spPr/>
    </dgm:pt>
    <dgm:pt modelId="{A6F9EF64-93F8-45D6-BAA7-A483EA063553}" type="pres">
      <dgm:prSet presAssocID="{345C0BAE-2553-4496-A416-E12B6AE62E54}" presName="FourNodes_3_text" presStyleLbl="node1" presStyleIdx="3" presStyleCnt="4">
        <dgm:presLayoutVars>
          <dgm:bulletEnabled val="1"/>
        </dgm:presLayoutVars>
      </dgm:prSet>
      <dgm:spPr/>
    </dgm:pt>
    <dgm:pt modelId="{1491EB3E-B5E8-42BA-8528-91DDBF809EED}" type="pres">
      <dgm:prSet presAssocID="{345C0BAE-2553-4496-A416-E12B6AE62E54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ABC85C20-7BF3-4D0F-9516-DD0F88C07383}" type="presOf" srcId="{1BBBE5A2-4AA9-493D-A90E-E0F6208F4FF9}" destId="{86E265EB-A14E-452C-A964-15DAC8C7A172}" srcOrd="1" destOrd="0" presId="urn:microsoft.com/office/officeart/2005/8/layout/vProcess5"/>
    <dgm:cxn modelId="{A0643C65-F2C9-49D1-AC15-4BC64AED5E65}" type="presOf" srcId="{B2C2DC13-9605-46C8-898A-6D7C29F85F71}" destId="{9711FC67-8269-4DED-ACB0-4C999FA322C3}" srcOrd="0" destOrd="0" presId="urn:microsoft.com/office/officeart/2005/8/layout/vProcess5"/>
    <dgm:cxn modelId="{2A593E45-878E-4AA7-B443-27BE5C83F34B}" srcId="{345C0BAE-2553-4496-A416-E12B6AE62E54}" destId="{EA640921-6BA6-4213-863E-15D0E908F76F}" srcOrd="0" destOrd="0" parTransId="{DFB2FF4D-3120-4D2F-A4F8-6E0B5E7D222F}" sibTransId="{D1034078-3F3D-4119-8E57-0F3D99148620}"/>
    <dgm:cxn modelId="{2CA52F73-9A61-4E9B-838D-80D0BAAC71AD}" type="presOf" srcId="{4081431B-E4D9-4367-BDCE-045E25E1E0B4}" destId="{D7D0EEA1-3555-435A-B8EF-8D061747929C}" srcOrd="0" destOrd="0" presId="urn:microsoft.com/office/officeart/2005/8/layout/vProcess5"/>
    <dgm:cxn modelId="{E9CBB953-9329-491B-B0D0-703E660C69C6}" type="presOf" srcId="{414502DE-5645-4575-91D3-60F87F17ACAD}" destId="{22BB41E7-E0C8-435A-82A0-864C7DF2E5D1}" srcOrd="0" destOrd="0" presId="urn:microsoft.com/office/officeart/2005/8/layout/vProcess5"/>
    <dgm:cxn modelId="{28314C7C-8E5C-4FE0-9D04-EB29943ACE19}" type="presOf" srcId="{1BBBE5A2-4AA9-493D-A90E-E0F6208F4FF9}" destId="{5A686CA4-55F8-4F3B-BFEF-D341731117B5}" srcOrd="0" destOrd="0" presId="urn:microsoft.com/office/officeart/2005/8/layout/vProcess5"/>
    <dgm:cxn modelId="{ADD59C89-16D0-4631-B461-B72102BD8CA9}" type="presOf" srcId="{4081431B-E4D9-4367-BDCE-045E25E1E0B4}" destId="{1491EB3E-B5E8-42BA-8528-91DDBF809EED}" srcOrd="1" destOrd="0" presId="urn:microsoft.com/office/officeart/2005/8/layout/vProcess5"/>
    <dgm:cxn modelId="{8887979F-FADE-47B7-9D69-CCD8E402B567}" srcId="{345C0BAE-2553-4496-A416-E12B6AE62E54}" destId="{B2C2DC13-9605-46C8-898A-6D7C29F85F71}" srcOrd="2" destOrd="0" parTransId="{CBFC4D48-4DEB-4796-933D-27B294529C87}" sibTransId="{FF94C245-6119-448E-AF75-1C63283ED896}"/>
    <dgm:cxn modelId="{548C98A3-4BDC-4D88-A1AE-2A13AF00C771}" type="presOf" srcId="{FF94C245-6119-448E-AF75-1C63283ED896}" destId="{578B81B2-18E5-4A11-87B9-295B2C18C224}" srcOrd="0" destOrd="0" presId="urn:microsoft.com/office/officeart/2005/8/layout/vProcess5"/>
    <dgm:cxn modelId="{6E9226AE-F600-4A5E-9659-7CE467E1C606}" type="presOf" srcId="{EA640921-6BA6-4213-863E-15D0E908F76F}" destId="{5D90ADB1-92DD-4FAC-875F-C88054CA2A75}" srcOrd="0" destOrd="0" presId="urn:microsoft.com/office/officeart/2005/8/layout/vProcess5"/>
    <dgm:cxn modelId="{5131DEB5-D8EA-4C98-84FB-728BDB247B50}" type="presOf" srcId="{B2C2DC13-9605-46C8-898A-6D7C29F85F71}" destId="{A6F9EF64-93F8-45D6-BAA7-A483EA063553}" srcOrd="1" destOrd="0" presId="urn:microsoft.com/office/officeart/2005/8/layout/vProcess5"/>
    <dgm:cxn modelId="{DBB33BB7-5F36-46C0-BC41-57F9F8A9A850}" type="presOf" srcId="{EA640921-6BA6-4213-863E-15D0E908F76F}" destId="{9BF79FE2-D6B6-420B-B974-0F7D9AFF6A40}" srcOrd="1" destOrd="0" presId="urn:microsoft.com/office/officeart/2005/8/layout/vProcess5"/>
    <dgm:cxn modelId="{FCE218C7-3A0C-45EA-9F60-551401C9B63D}" type="presOf" srcId="{D1034078-3F3D-4119-8E57-0F3D99148620}" destId="{5962BF21-D7CB-4047-8840-8F91BE2A698F}" srcOrd="0" destOrd="0" presId="urn:microsoft.com/office/officeart/2005/8/layout/vProcess5"/>
    <dgm:cxn modelId="{F662DFCC-B415-4DF3-9755-7B31CC3D5F53}" srcId="{345C0BAE-2553-4496-A416-E12B6AE62E54}" destId="{4081431B-E4D9-4367-BDCE-045E25E1E0B4}" srcOrd="3" destOrd="0" parTransId="{0254D189-0BE2-489E-B212-44426F7CF2F5}" sibTransId="{6E2570D0-889E-4696-AABD-933795275240}"/>
    <dgm:cxn modelId="{47D9EFE6-4ADA-4EF3-9F53-7659E4819FE9}" srcId="{345C0BAE-2553-4496-A416-E12B6AE62E54}" destId="{1BBBE5A2-4AA9-493D-A90E-E0F6208F4FF9}" srcOrd="1" destOrd="0" parTransId="{3B510EF5-EDA3-4348-9D54-29B9A30DB3CA}" sibTransId="{414502DE-5645-4575-91D3-60F87F17ACAD}"/>
    <dgm:cxn modelId="{76E536F4-5A2F-4A72-B6D0-34794D7340F9}" type="presOf" srcId="{345C0BAE-2553-4496-A416-E12B6AE62E54}" destId="{D8A6BC96-DF1D-48D3-8038-FDA055595AEA}" srcOrd="0" destOrd="0" presId="urn:microsoft.com/office/officeart/2005/8/layout/vProcess5"/>
    <dgm:cxn modelId="{ED0ED683-CEDD-47E3-B6A3-688A33F47595}" type="presParOf" srcId="{D8A6BC96-DF1D-48D3-8038-FDA055595AEA}" destId="{325606A9-CE79-48B1-8A63-634B9DA072D5}" srcOrd="0" destOrd="0" presId="urn:microsoft.com/office/officeart/2005/8/layout/vProcess5"/>
    <dgm:cxn modelId="{63B2537D-F9B9-44E2-AE57-A850BB39B29F}" type="presParOf" srcId="{D8A6BC96-DF1D-48D3-8038-FDA055595AEA}" destId="{5D90ADB1-92DD-4FAC-875F-C88054CA2A75}" srcOrd="1" destOrd="0" presId="urn:microsoft.com/office/officeart/2005/8/layout/vProcess5"/>
    <dgm:cxn modelId="{56172AF3-F125-45FA-A33A-32AA5693E861}" type="presParOf" srcId="{D8A6BC96-DF1D-48D3-8038-FDA055595AEA}" destId="{5A686CA4-55F8-4F3B-BFEF-D341731117B5}" srcOrd="2" destOrd="0" presId="urn:microsoft.com/office/officeart/2005/8/layout/vProcess5"/>
    <dgm:cxn modelId="{6B8AFDEA-4DED-498B-9F7E-5EBB49645E6E}" type="presParOf" srcId="{D8A6BC96-DF1D-48D3-8038-FDA055595AEA}" destId="{9711FC67-8269-4DED-ACB0-4C999FA322C3}" srcOrd="3" destOrd="0" presId="urn:microsoft.com/office/officeart/2005/8/layout/vProcess5"/>
    <dgm:cxn modelId="{896D78DC-2A67-4D5C-B67E-FB689789A214}" type="presParOf" srcId="{D8A6BC96-DF1D-48D3-8038-FDA055595AEA}" destId="{D7D0EEA1-3555-435A-B8EF-8D061747929C}" srcOrd="4" destOrd="0" presId="urn:microsoft.com/office/officeart/2005/8/layout/vProcess5"/>
    <dgm:cxn modelId="{304A7A2A-FFF3-4327-AD6C-74C098D3513D}" type="presParOf" srcId="{D8A6BC96-DF1D-48D3-8038-FDA055595AEA}" destId="{5962BF21-D7CB-4047-8840-8F91BE2A698F}" srcOrd="5" destOrd="0" presId="urn:microsoft.com/office/officeart/2005/8/layout/vProcess5"/>
    <dgm:cxn modelId="{532D06A9-3D2F-4F97-802B-AC857D5D0A4E}" type="presParOf" srcId="{D8A6BC96-DF1D-48D3-8038-FDA055595AEA}" destId="{22BB41E7-E0C8-435A-82A0-864C7DF2E5D1}" srcOrd="6" destOrd="0" presId="urn:microsoft.com/office/officeart/2005/8/layout/vProcess5"/>
    <dgm:cxn modelId="{A6F0EF49-4D4F-423B-9CF6-DB616ABF3FBD}" type="presParOf" srcId="{D8A6BC96-DF1D-48D3-8038-FDA055595AEA}" destId="{578B81B2-18E5-4A11-87B9-295B2C18C224}" srcOrd="7" destOrd="0" presId="urn:microsoft.com/office/officeart/2005/8/layout/vProcess5"/>
    <dgm:cxn modelId="{D4F01724-8539-419A-BF64-2C92183158B8}" type="presParOf" srcId="{D8A6BC96-DF1D-48D3-8038-FDA055595AEA}" destId="{9BF79FE2-D6B6-420B-B974-0F7D9AFF6A40}" srcOrd="8" destOrd="0" presId="urn:microsoft.com/office/officeart/2005/8/layout/vProcess5"/>
    <dgm:cxn modelId="{48DDBAEC-A54C-456C-83DE-67FC5099DE29}" type="presParOf" srcId="{D8A6BC96-DF1D-48D3-8038-FDA055595AEA}" destId="{86E265EB-A14E-452C-A964-15DAC8C7A172}" srcOrd="9" destOrd="0" presId="urn:microsoft.com/office/officeart/2005/8/layout/vProcess5"/>
    <dgm:cxn modelId="{2333A4BC-43BC-43D9-92F7-136CBC6E57D5}" type="presParOf" srcId="{D8A6BC96-DF1D-48D3-8038-FDA055595AEA}" destId="{A6F9EF64-93F8-45D6-BAA7-A483EA063553}" srcOrd="10" destOrd="0" presId="urn:microsoft.com/office/officeart/2005/8/layout/vProcess5"/>
    <dgm:cxn modelId="{374F3385-620F-44AF-A6E8-DC7027EC4125}" type="presParOf" srcId="{D8A6BC96-DF1D-48D3-8038-FDA055595AEA}" destId="{1491EB3E-B5E8-42BA-8528-91DDBF809EED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9583F5F-6CFA-444B-B7D1-843B19B298AD}" type="doc">
      <dgm:prSet loTypeId="urn:microsoft.com/office/officeart/2005/8/layout/matrix3" loCatId="matrix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94D76817-3A19-4981-8E5D-7FAF6BE7597D}">
      <dgm:prSet/>
      <dgm:spPr/>
      <dgm:t>
        <a:bodyPr/>
        <a:lstStyle/>
        <a:p>
          <a:r>
            <a:rPr lang="en-US"/>
            <a:t>Assumes incompressible, irrotational flow</a:t>
          </a:r>
        </a:p>
      </dgm:t>
    </dgm:pt>
    <dgm:pt modelId="{55AF5952-241A-4E4B-9507-49C4179F7F85}" type="parTrans" cxnId="{B4A1F2E8-42EF-485A-B540-9C070EB5D8D6}">
      <dgm:prSet/>
      <dgm:spPr/>
      <dgm:t>
        <a:bodyPr/>
        <a:lstStyle/>
        <a:p>
          <a:endParaRPr lang="en-US"/>
        </a:p>
      </dgm:t>
    </dgm:pt>
    <dgm:pt modelId="{7CC6E0B4-38CC-4460-B627-0817A7632CE4}" type="sibTrans" cxnId="{B4A1F2E8-42EF-485A-B540-9C070EB5D8D6}">
      <dgm:prSet/>
      <dgm:spPr/>
      <dgm:t>
        <a:bodyPr/>
        <a:lstStyle/>
        <a:p>
          <a:endParaRPr lang="en-US"/>
        </a:p>
      </dgm:t>
    </dgm:pt>
    <dgm:pt modelId="{E11767C9-8272-4695-A179-DD759864937B}">
      <dgm:prSet/>
      <dgm:spPr/>
      <dgm:t>
        <a:bodyPr/>
        <a:lstStyle/>
        <a:p>
          <a:r>
            <a:rPr lang="en-US"/>
            <a:t>Governing equation: Laplace’s Equation</a:t>
          </a:r>
        </a:p>
      </dgm:t>
    </dgm:pt>
    <dgm:pt modelId="{D7B57C7C-4960-4B9F-B3A5-C04E5471E8CC}" type="parTrans" cxnId="{D03A0045-CAB5-4E65-8AE8-8D26D8DAD6D9}">
      <dgm:prSet/>
      <dgm:spPr/>
      <dgm:t>
        <a:bodyPr/>
        <a:lstStyle/>
        <a:p>
          <a:endParaRPr lang="en-US"/>
        </a:p>
      </dgm:t>
    </dgm:pt>
    <dgm:pt modelId="{E6EBF7A6-9F6B-4C08-B74B-1D0D1F50FAB7}" type="sibTrans" cxnId="{D03A0045-CAB5-4E65-8AE8-8D26D8DAD6D9}">
      <dgm:prSet/>
      <dgm:spPr/>
      <dgm:t>
        <a:bodyPr/>
        <a:lstStyle/>
        <a:p>
          <a:endParaRPr lang="en-US"/>
        </a:p>
      </dgm:t>
    </dgm:pt>
    <dgm:pt modelId="{95668C5D-B204-43F9-8658-7FF22D4DF5D4}">
      <dgm:prSet/>
      <dgm:spPr/>
      <dgm:t>
        <a:bodyPr/>
        <a:lstStyle/>
        <a:p>
          <a:r>
            <a:rPr lang="en-US"/>
            <a:t>Boundary conditions at free surface and גוף</a:t>
          </a:r>
        </a:p>
      </dgm:t>
    </dgm:pt>
    <dgm:pt modelId="{8E5B4BFB-C1F4-4918-B6AD-4DC6BE280A08}" type="parTrans" cxnId="{68728D96-C603-4D47-B12E-251BEEDE3E30}">
      <dgm:prSet/>
      <dgm:spPr/>
      <dgm:t>
        <a:bodyPr/>
        <a:lstStyle/>
        <a:p>
          <a:endParaRPr lang="en-US"/>
        </a:p>
      </dgm:t>
    </dgm:pt>
    <dgm:pt modelId="{E7439D16-64A1-47CA-9448-FFDF7F8038CC}" type="sibTrans" cxnId="{68728D96-C603-4D47-B12E-251BEEDE3E30}">
      <dgm:prSet/>
      <dgm:spPr/>
      <dgm:t>
        <a:bodyPr/>
        <a:lstStyle/>
        <a:p>
          <a:endParaRPr lang="en-US"/>
        </a:p>
      </dgm:t>
    </dgm:pt>
    <dgm:pt modelId="{74C3645E-EAAA-463B-A8B8-7A4E577EDF88}">
      <dgm:prSet/>
      <dgm:spPr/>
      <dgm:t>
        <a:bodyPr/>
        <a:lstStyle/>
        <a:p>
          <a:r>
            <a:rPr lang="en-US"/>
            <a:t>Solved using Boundary Element Method (BEM)</a:t>
          </a:r>
        </a:p>
      </dgm:t>
    </dgm:pt>
    <dgm:pt modelId="{6E46CD20-18D2-4833-86D1-FF73CA83DBB0}" type="parTrans" cxnId="{FC80052B-263E-409E-BB8E-C8CA5A30A3A1}">
      <dgm:prSet/>
      <dgm:spPr/>
      <dgm:t>
        <a:bodyPr/>
        <a:lstStyle/>
        <a:p>
          <a:endParaRPr lang="en-US"/>
        </a:p>
      </dgm:t>
    </dgm:pt>
    <dgm:pt modelId="{008B876B-68EE-4B95-80D9-7F0E31231A54}" type="sibTrans" cxnId="{FC80052B-263E-409E-BB8E-C8CA5A30A3A1}">
      <dgm:prSet/>
      <dgm:spPr/>
      <dgm:t>
        <a:bodyPr/>
        <a:lstStyle/>
        <a:p>
          <a:endParaRPr lang="en-US"/>
        </a:p>
      </dgm:t>
    </dgm:pt>
    <dgm:pt modelId="{BB4724FB-7F97-4C2B-B7B5-95E2D622F8EF}" type="pres">
      <dgm:prSet presAssocID="{E9583F5F-6CFA-444B-B7D1-843B19B298AD}" presName="matrix" presStyleCnt="0">
        <dgm:presLayoutVars>
          <dgm:chMax val="1"/>
          <dgm:dir/>
          <dgm:resizeHandles val="exact"/>
        </dgm:presLayoutVars>
      </dgm:prSet>
      <dgm:spPr/>
    </dgm:pt>
    <dgm:pt modelId="{DFA12C1A-FDB5-4831-9068-A37721A761AD}" type="pres">
      <dgm:prSet presAssocID="{E9583F5F-6CFA-444B-B7D1-843B19B298AD}" presName="diamond" presStyleLbl="bgShp" presStyleIdx="0" presStyleCnt="1"/>
      <dgm:spPr/>
    </dgm:pt>
    <dgm:pt modelId="{1E969DA2-E9C0-4C94-B40B-CF9B54EC2CEF}" type="pres">
      <dgm:prSet presAssocID="{E9583F5F-6CFA-444B-B7D1-843B19B298AD}" presName="quad1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22330FF7-7C7A-4753-99E9-9C1B7F50C66B}" type="pres">
      <dgm:prSet presAssocID="{E9583F5F-6CFA-444B-B7D1-843B19B298AD}" presName="quad2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AC258870-FC23-42D6-A56F-EA1B0D22F0DE}" type="pres">
      <dgm:prSet presAssocID="{E9583F5F-6CFA-444B-B7D1-843B19B298AD}" presName="quad3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138FE897-C1DC-4149-B718-1D7879D7F783}" type="pres">
      <dgm:prSet presAssocID="{E9583F5F-6CFA-444B-B7D1-843B19B298AD}" presName="quad4" presStyleLbl="node1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FC80052B-263E-409E-BB8E-C8CA5A30A3A1}" srcId="{E9583F5F-6CFA-444B-B7D1-843B19B298AD}" destId="{74C3645E-EAAA-463B-A8B8-7A4E577EDF88}" srcOrd="3" destOrd="0" parTransId="{6E46CD20-18D2-4833-86D1-FF73CA83DBB0}" sibTransId="{008B876B-68EE-4B95-80D9-7F0E31231A54}"/>
    <dgm:cxn modelId="{D03A0045-CAB5-4E65-8AE8-8D26D8DAD6D9}" srcId="{E9583F5F-6CFA-444B-B7D1-843B19B298AD}" destId="{E11767C9-8272-4695-A179-DD759864937B}" srcOrd="1" destOrd="0" parTransId="{D7B57C7C-4960-4B9F-B3A5-C04E5471E8CC}" sibTransId="{E6EBF7A6-9F6B-4C08-B74B-1D0D1F50FAB7}"/>
    <dgm:cxn modelId="{368A6370-D895-4C7E-9B81-3CC1D53E4A89}" type="presOf" srcId="{74C3645E-EAAA-463B-A8B8-7A4E577EDF88}" destId="{138FE897-C1DC-4149-B718-1D7879D7F783}" srcOrd="0" destOrd="0" presId="urn:microsoft.com/office/officeart/2005/8/layout/matrix3"/>
    <dgm:cxn modelId="{234EAE50-265C-4B45-B6FA-8D45A72CADC5}" type="presOf" srcId="{E9583F5F-6CFA-444B-B7D1-843B19B298AD}" destId="{BB4724FB-7F97-4C2B-B7B5-95E2D622F8EF}" srcOrd="0" destOrd="0" presId="urn:microsoft.com/office/officeart/2005/8/layout/matrix3"/>
    <dgm:cxn modelId="{C4CF5183-F239-4C0E-930E-15B433054510}" type="presOf" srcId="{E11767C9-8272-4695-A179-DD759864937B}" destId="{22330FF7-7C7A-4753-99E9-9C1B7F50C66B}" srcOrd="0" destOrd="0" presId="urn:microsoft.com/office/officeart/2005/8/layout/matrix3"/>
    <dgm:cxn modelId="{68728D96-C603-4D47-B12E-251BEEDE3E30}" srcId="{E9583F5F-6CFA-444B-B7D1-843B19B298AD}" destId="{95668C5D-B204-43F9-8658-7FF22D4DF5D4}" srcOrd="2" destOrd="0" parTransId="{8E5B4BFB-C1F4-4918-B6AD-4DC6BE280A08}" sibTransId="{E7439D16-64A1-47CA-9448-FFDF7F8038CC}"/>
    <dgm:cxn modelId="{38EA60B9-F9C0-4CA5-9E2E-8FE1AF1D2C47}" type="presOf" srcId="{95668C5D-B204-43F9-8658-7FF22D4DF5D4}" destId="{AC258870-FC23-42D6-A56F-EA1B0D22F0DE}" srcOrd="0" destOrd="0" presId="urn:microsoft.com/office/officeart/2005/8/layout/matrix3"/>
    <dgm:cxn modelId="{B4A1F2E8-42EF-485A-B540-9C070EB5D8D6}" srcId="{E9583F5F-6CFA-444B-B7D1-843B19B298AD}" destId="{94D76817-3A19-4981-8E5D-7FAF6BE7597D}" srcOrd="0" destOrd="0" parTransId="{55AF5952-241A-4E4B-9507-49C4179F7F85}" sibTransId="{7CC6E0B4-38CC-4460-B627-0817A7632CE4}"/>
    <dgm:cxn modelId="{C0579AED-584B-4974-B977-AE60E9CA2D2D}" type="presOf" srcId="{94D76817-3A19-4981-8E5D-7FAF6BE7597D}" destId="{1E969DA2-E9C0-4C94-B40B-CF9B54EC2CEF}" srcOrd="0" destOrd="0" presId="urn:microsoft.com/office/officeart/2005/8/layout/matrix3"/>
    <dgm:cxn modelId="{DD9C6F4E-28F7-4C7A-A4EF-50A15329EF88}" type="presParOf" srcId="{BB4724FB-7F97-4C2B-B7B5-95E2D622F8EF}" destId="{DFA12C1A-FDB5-4831-9068-A37721A761AD}" srcOrd="0" destOrd="0" presId="urn:microsoft.com/office/officeart/2005/8/layout/matrix3"/>
    <dgm:cxn modelId="{1D4AE10B-7F2D-4AB8-95FD-1EB98423A48D}" type="presParOf" srcId="{BB4724FB-7F97-4C2B-B7B5-95E2D622F8EF}" destId="{1E969DA2-E9C0-4C94-B40B-CF9B54EC2CEF}" srcOrd="1" destOrd="0" presId="urn:microsoft.com/office/officeart/2005/8/layout/matrix3"/>
    <dgm:cxn modelId="{9BFCA4FE-9D12-4E41-A36B-9B30165CAF56}" type="presParOf" srcId="{BB4724FB-7F97-4C2B-B7B5-95E2D622F8EF}" destId="{22330FF7-7C7A-4753-99E9-9C1B7F50C66B}" srcOrd="2" destOrd="0" presId="urn:microsoft.com/office/officeart/2005/8/layout/matrix3"/>
    <dgm:cxn modelId="{A2814086-6D71-441D-ADC8-EDDAD7E33738}" type="presParOf" srcId="{BB4724FB-7F97-4C2B-B7B5-95E2D622F8EF}" destId="{AC258870-FC23-42D6-A56F-EA1B0D22F0DE}" srcOrd="3" destOrd="0" presId="urn:microsoft.com/office/officeart/2005/8/layout/matrix3"/>
    <dgm:cxn modelId="{0413370E-5BBE-425C-A879-97CDABB2D8DC}" type="presParOf" srcId="{BB4724FB-7F97-4C2B-B7B5-95E2D622F8EF}" destId="{138FE897-C1DC-4149-B718-1D7879D7F783}" srcOrd="4" destOrd="0" presId="urn:microsoft.com/office/officeart/2005/8/layout/matrix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0A5A81-974F-4278-A04F-DEAD47632A4E}">
      <dsp:nvSpPr>
        <dsp:cNvPr id="0" name=""/>
        <dsp:cNvSpPr/>
      </dsp:nvSpPr>
      <dsp:spPr>
        <a:xfrm>
          <a:off x="459918" y="1178395"/>
          <a:ext cx="749882" cy="74988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B518755-C557-4EBC-9D01-784CFC54D88E}">
      <dsp:nvSpPr>
        <dsp:cNvPr id="0" name=""/>
        <dsp:cNvSpPr/>
      </dsp:nvSpPr>
      <dsp:spPr>
        <a:xfrm>
          <a:off x="1656" y="2178402"/>
          <a:ext cx="1666406" cy="6665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Wave energy is a renewable energy source</a:t>
          </a:r>
        </a:p>
      </dsp:txBody>
      <dsp:txXfrm>
        <a:off x="1656" y="2178402"/>
        <a:ext cx="1666406" cy="666562"/>
      </dsp:txXfrm>
    </dsp:sp>
    <dsp:sp modelId="{3019CE07-E5D5-4E60-8688-85C00DF4F3F2}">
      <dsp:nvSpPr>
        <dsp:cNvPr id="0" name=""/>
        <dsp:cNvSpPr/>
      </dsp:nvSpPr>
      <dsp:spPr>
        <a:xfrm>
          <a:off x="2417945" y="1178395"/>
          <a:ext cx="749882" cy="74988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1E0A3DB-90FD-40BA-B946-859EBFFEFC29}">
      <dsp:nvSpPr>
        <dsp:cNvPr id="0" name=""/>
        <dsp:cNvSpPr/>
      </dsp:nvSpPr>
      <dsp:spPr>
        <a:xfrm>
          <a:off x="1959683" y="2178402"/>
          <a:ext cx="1666406" cy="6665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Point absorbers convert wave motion into electricity</a:t>
          </a:r>
        </a:p>
      </dsp:txBody>
      <dsp:txXfrm>
        <a:off x="1959683" y="2178402"/>
        <a:ext cx="1666406" cy="666562"/>
      </dsp:txXfrm>
    </dsp:sp>
    <dsp:sp modelId="{F39B1B02-3948-4887-B380-EA3C59D281D0}">
      <dsp:nvSpPr>
        <dsp:cNvPr id="0" name=""/>
        <dsp:cNvSpPr/>
      </dsp:nvSpPr>
      <dsp:spPr>
        <a:xfrm>
          <a:off x="4375972" y="1178395"/>
          <a:ext cx="749882" cy="74988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CE000F7-9B27-44C3-B171-018FAB3E9F92}">
      <dsp:nvSpPr>
        <dsp:cNvPr id="0" name=""/>
        <dsp:cNvSpPr/>
      </dsp:nvSpPr>
      <dsp:spPr>
        <a:xfrm>
          <a:off x="3917711" y="2178402"/>
          <a:ext cx="1666406" cy="6665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Goal: maximise power extraction</a:t>
          </a:r>
        </a:p>
      </dsp:txBody>
      <dsp:txXfrm>
        <a:off x="3917711" y="2178402"/>
        <a:ext cx="1666406" cy="666562"/>
      </dsp:txXfrm>
    </dsp:sp>
    <dsp:sp modelId="{81ABB5A7-DDA3-4564-90F0-EDE023AFBFBF}">
      <dsp:nvSpPr>
        <dsp:cNvPr id="0" name=""/>
        <dsp:cNvSpPr/>
      </dsp:nvSpPr>
      <dsp:spPr>
        <a:xfrm>
          <a:off x="6334000" y="1178395"/>
          <a:ext cx="749882" cy="749882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81ED4EC-0F46-4628-BD43-C43562885F28}">
      <dsp:nvSpPr>
        <dsp:cNvPr id="0" name=""/>
        <dsp:cNvSpPr/>
      </dsp:nvSpPr>
      <dsp:spPr>
        <a:xfrm>
          <a:off x="5875738" y="2178402"/>
          <a:ext cx="1666406" cy="6665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Our Modelling aimed to answer. What is the best control strategy and buoy design</a:t>
          </a:r>
          <a:endParaRPr lang="en-US" sz="1100" kern="1200"/>
        </a:p>
      </dsp:txBody>
      <dsp:txXfrm>
        <a:off x="5875738" y="2178402"/>
        <a:ext cx="1666406" cy="66656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D90ADB1-92DD-4FAC-875F-C88054CA2A75}">
      <dsp:nvSpPr>
        <dsp:cNvPr id="0" name=""/>
        <dsp:cNvSpPr/>
      </dsp:nvSpPr>
      <dsp:spPr>
        <a:xfrm>
          <a:off x="0" y="0"/>
          <a:ext cx="4146232" cy="1111313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Start with simple mass-spring-dampened system</a:t>
          </a:r>
        </a:p>
      </dsp:txBody>
      <dsp:txXfrm>
        <a:off x="32549" y="32549"/>
        <a:ext cx="2853133" cy="1046215"/>
      </dsp:txXfrm>
    </dsp:sp>
    <dsp:sp modelId="{5A686CA4-55F8-4F3B-BFEF-D341731117B5}">
      <dsp:nvSpPr>
        <dsp:cNvPr id="0" name=""/>
        <dsp:cNvSpPr/>
      </dsp:nvSpPr>
      <dsp:spPr>
        <a:xfrm>
          <a:off x="347246" y="1313370"/>
          <a:ext cx="4146232" cy="1111313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Validate control strategies with simplified model</a:t>
          </a:r>
        </a:p>
      </dsp:txBody>
      <dsp:txXfrm>
        <a:off x="379795" y="1345919"/>
        <a:ext cx="3011534" cy="1046215"/>
      </dsp:txXfrm>
    </dsp:sp>
    <dsp:sp modelId="{9711FC67-8269-4DED-ACB0-4C999FA322C3}">
      <dsp:nvSpPr>
        <dsp:cNvPr id="0" name=""/>
        <dsp:cNvSpPr/>
      </dsp:nvSpPr>
      <dsp:spPr>
        <a:xfrm>
          <a:off x="689311" y="2626741"/>
          <a:ext cx="4146232" cy="1111313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Extend to Linear Potential Flow Model that include hydrodynamic effects</a:t>
          </a:r>
        </a:p>
      </dsp:txBody>
      <dsp:txXfrm>
        <a:off x="721860" y="2659290"/>
        <a:ext cx="3016716" cy="1046215"/>
      </dsp:txXfrm>
    </dsp:sp>
    <dsp:sp modelId="{D7D0EEA1-3555-435A-B8EF-8D061747929C}">
      <dsp:nvSpPr>
        <dsp:cNvPr id="0" name=""/>
        <dsp:cNvSpPr/>
      </dsp:nvSpPr>
      <dsp:spPr>
        <a:xfrm>
          <a:off x="1036558" y="3940111"/>
          <a:ext cx="4146232" cy="1111313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Analyse and compare performance</a:t>
          </a:r>
        </a:p>
      </dsp:txBody>
      <dsp:txXfrm>
        <a:off x="1069107" y="3972660"/>
        <a:ext cx="3011534" cy="1046215"/>
      </dsp:txXfrm>
    </dsp:sp>
    <dsp:sp modelId="{5962BF21-D7CB-4047-8840-8F91BE2A698F}">
      <dsp:nvSpPr>
        <dsp:cNvPr id="0" name=""/>
        <dsp:cNvSpPr/>
      </dsp:nvSpPr>
      <dsp:spPr>
        <a:xfrm>
          <a:off x="3423879" y="851165"/>
          <a:ext cx="722353" cy="722353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40640" rIns="40640" bIns="4064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200" kern="1200"/>
        </a:p>
      </dsp:txBody>
      <dsp:txXfrm>
        <a:off x="3586408" y="851165"/>
        <a:ext cx="397295" cy="543571"/>
      </dsp:txXfrm>
    </dsp:sp>
    <dsp:sp modelId="{22BB41E7-E0C8-435A-82A0-864C7DF2E5D1}">
      <dsp:nvSpPr>
        <dsp:cNvPr id="0" name=""/>
        <dsp:cNvSpPr/>
      </dsp:nvSpPr>
      <dsp:spPr>
        <a:xfrm>
          <a:off x="3771126" y="2164535"/>
          <a:ext cx="722353" cy="722353"/>
        </a:xfrm>
        <a:prstGeom prst="downArrow">
          <a:avLst>
            <a:gd name="adj1" fmla="val 55000"/>
            <a:gd name="adj2" fmla="val 45000"/>
          </a:avLst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40640" rIns="40640" bIns="4064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200" kern="1200"/>
        </a:p>
      </dsp:txBody>
      <dsp:txXfrm>
        <a:off x="3933655" y="2164535"/>
        <a:ext cx="397295" cy="543571"/>
      </dsp:txXfrm>
    </dsp:sp>
    <dsp:sp modelId="{578B81B2-18E5-4A11-87B9-295B2C18C224}">
      <dsp:nvSpPr>
        <dsp:cNvPr id="0" name=""/>
        <dsp:cNvSpPr/>
      </dsp:nvSpPr>
      <dsp:spPr>
        <a:xfrm>
          <a:off x="4113190" y="3477906"/>
          <a:ext cx="722353" cy="722353"/>
        </a:xfrm>
        <a:prstGeom prst="downArrow">
          <a:avLst>
            <a:gd name="adj1" fmla="val 55000"/>
            <a:gd name="adj2" fmla="val 45000"/>
          </a:avLst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40640" rIns="40640" bIns="4064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200" kern="1200"/>
        </a:p>
      </dsp:txBody>
      <dsp:txXfrm>
        <a:off x="4275719" y="3477906"/>
        <a:ext cx="397295" cy="54357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12C1A-FDB5-4831-9068-A37721A761AD}">
      <dsp:nvSpPr>
        <dsp:cNvPr id="0" name=""/>
        <dsp:cNvSpPr/>
      </dsp:nvSpPr>
      <dsp:spPr>
        <a:xfrm>
          <a:off x="0" y="275828"/>
          <a:ext cx="5098256" cy="5098256"/>
        </a:xfrm>
        <a:prstGeom prst="diamond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E969DA2-E9C0-4C94-B40B-CF9B54EC2CEF}">
      <dsp:nvSpPr>
        <dsp:cNvPr id="0" name=""/>
        <dsp:cNvSpPr/>
      </dsp:nvSpPr>
      <dsp:spPr>
        <a:xfrm>
          <a:off x="484334" y="760162"/>
          <a:ext cx="1988319" cy="198831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Assumes incompressible, irrotational flow</a:t>
          </a:r>
        </a:p>
      </dsp:txBody>
      <dsp:txXfrm>
        <a:off x="581396" y="857224"/>
        <a:ext cx="1794195" cy="1794195"/>
      </dsp:txXfrm>
    </dsp:sp>
    <dsp:sp modelId="{22330FF7-7C7A-4753-99E9-9C1B7F50C66B}">
      <dsp:nvSpPr>
        <dsp:cNvPr id="0" name=""/>
        <dsp:cNvSpPr/>
      </dsp:nvSpPr>
      <dsp:spPr>
        <a:xfrm>
          <a:off x="2625601" y="760162"/>
          <a:ext cx="1988319" cy="1988319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Governing equation: Laplace’s Equation</a:t>
          </a:r>
        </a:p>
      </dsp:txBody>
      <dsp:txXfrm>
        <a:off x="2722663" y="857224"/>
        <a:ext cx="1794195" cy="1794195"/>
      </dsp:txXfrm>
    </dsp:sp>
    <dsp:sp modelId="{AC258870-FC23-42D6-A56F-EA1B0D22F0DE}">
      <dsp:nvSpPr>
        <dsp:cNvPr id="0" name=""/>
        <dsp:cNvSpPr/>
      </dsp:nvSpPr>
      <dsp:spPr>
        <a:xfrm>
          <a:off x="484334" y="2901429"/>
          <a:ext cx="1988319" cy="1988319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Boundary conditions at free surface and גוף</a:t>
          </a:r>
        </a:p>
      </dsp:txBody>
      <dsp:txXfrm>
        <a:off x="581396" y="2998491"/>
        <a:ext cx="1794195" cy="1794195"/>
      </dsp:txXfrm>
    </dsp:sp>
    <dsp:sp modelId="{138FE897-C1DC-4149-B718-1D7879D7F783}">
      <dsp:nvSpPr>
        <dsp:cNvPr id="0" name=""/>
        <dsp:cNvSpPr/>
      </dsp:nvSpPr>
      <dsp:spPr>
        <a:xfrm>
          <a:off x="2625601" y="2901429"/>
          <a:ext cx="1988319" cy="1988319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Solved using Boundary Element Method (BEM)</a:t>
          </a:r>
        </a:p>
      </dsp:txBody>
      <dsp:txXfrm>
        <a:off x="2722663" y="2998491"/>
        <a:ext cx="1794195" cy="17941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matrix3">
  <dgm:title val=""/>
  <dgm:desc val=""/>
  <dgm:catLst>
    <dgm:cat type="matrix" pri="1000"/>
    <dgm:cat type="convert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29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71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29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71"/>
          <dgm:constr type="ctrY" for="ch" forName="quad4" refType="h" fact="0.71"/>
          <dgm:constr type="primFontSz" for="des" ptType="node" op="equ" val="65"/>
        </dgm:constrLst>
      </dgm:if>
      <dgm:else name="Name2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71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29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71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29"/>
          <dgm:constr type="ctrY" for="ch" forName="quad4" refType="h" fact="0.71"/>
          <dgm:constr type="primFontSz" for="des" ptType="node" op="equ" val="65"/>
        </dgm:constrLst>
      </dgm:else>
    </dgm:choose>
    <dgm:ruleLst/>
    <dgm:choose name="Name3">
      <dgm:if name="Name4" axis="ch" ptType="node" func="cnt" op="gte" val="1">
        <dgm:layoutNode name="diamond" styleLbl="bgShp">
          <dgm:alg type="sp"/>
          <dgm:shape xmlns:r="http://schemas.openxmlformats.org/officeDocument/2006/relationships" type="diamond" r:blip="">
            <dgm:adjLst/>
          </dgm:shape>
          <dgm:presOf/>
          <dgm:constrLst>
            <dgm:constr type="w" refType="h" op="equ"/>
          </dgm:constrLst>
          <dgm:ruleLst/>
        </dgm:layoutNode>
        <dgm:layoutNode name="quad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39285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096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35955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940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33228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5984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555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4292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751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9390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9178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5020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311973C2-EB8B-452A-A698-4A252FD3A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9144000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10162E77-11AD-44A7-84EC-40C59EEFBD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86200" y="634946"/>
            <a:ext cx="4776107" cy="1450757"/>
          </a:xfrm>
        </p:spPr>
        <p:txBody>
          <a:bodyPr>
            <a:normAutofit/>
          </a:bodyPr>
          <a:lstStyle/>
          <a:p>
            <a:r>
              <a:rPr lang="en-GB" sz="3700" dirty="0"/>
              <a:t>Wave Energy Converter Control Strategies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C56E345-9524-1B69-4F61-C7D9BED45D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219" r="30673" b="-2"/>
          <a:stretch>
            <a:fillRect/>
          </a:stretch>
        </p:blipFill>
        <p:spPr>
          <a:xfrm>
            <a:off x="20" y="-12128"/>
            <a:ext cx="3490702" cy="6870127"/>
          </a:xfrm>
          <a:prstGeom prst="rect">
            <a:avLst/>
          </a:prstGeom>
        </p:spPr>
      </p:pic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AB158E9-1B40-4CD6-95F0-95CA11DF7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965712" y="2085703"/>
            <a:ext cx="4628015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6200" y="2198914"/>
            <a:ext cx="4776107" cy="3670180"/>
          </a:xfrm>
        </p:spPr>
        <p:txBody>
          <a:bodyPr>
            <a:normAutofit/>
          </a:bodyPr>
          <a:lstStyle/>
          <a:p>
            <a:r>
              <a:rPr dirty="0"/>
              <a:t>Point Absorber Buoy Model</a:t>
            </a:r>
          </a:p>
          <a:p>
            <a:r>
              <a:rPr dirty="0"/>
              <a:t>Group 15</a:t>
            </a:r>
          </a:p>
          <a:p>
            <a:r>
              <a:rPr dirty="0"/>
              <a:t>Wave Energy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Problem Overview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119A0E0-F9BB-F142-F74A-00A6DBF59C3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22959" y="1845734"/>
          <a:ext cx="7543801" cy="40233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Physical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Heave motion (vertical oscillation)</a:t>
            </a:r>
          </a:p>
          <a:p>
            <a:r>
              <a:rPr dirty="0"/>
              <a:t>Forces: excitation, buoyancy, radiation damping</a:t>
            </a:r>
          </a:p>
          <a:p>
            <a:r>
              <a:rPr dirty="0"/>
              <a:t>Power Take-Off (PTO) acts as controllable damping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6B16355-27FB-445B-B646-02AB736374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32909" y="634946"/>
            <a:ext cx="2529396" cy="5055904"/>
          </a:xfrm>
        </p:spPr>
        <p:txBody>
          <a:bodyPr anchor="ctr">
            <a:normAutofit/>
          </a:bodyPr>
          <a:lstStyle/>
          <a:p>
            <a:r>
              <a:rPr lang="en-GB" sz="3400"/>
              <a:t>Our Mathematical Modelling Approach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6DA680F-F6AC-453E-A8BF-C5BDED2851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892733" y="1791298"/>
            <a:ext cx="0" cy="274320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6B3BF2E5-C3AB-441F-A430-491119C56D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" y="6334316"/>
            <a:ext cx="9143989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D07C90B-B81A-473B-8919-CA924E61F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400800"/>
            <a:ext cx="9144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8DCB476-2297-B295-EB4B-351A03449A6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30926743"/>
              </p:ext>
            </p:extLst>
          </p:nvPr>
        </p:nvGraphicFramePr>
        <p:xfrm>
          <a:off x="475059" y="639763"/>
          <a:ext cx="5182791" cy="50514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B5993E2-C02B-4335-ABA5-D8EC465551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39736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0B801A2-5622-4BE8-9AD2-C337A2CD0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CFE125-03D9-7521-4CC7-3DC43EADF4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277" y="516835"/>
            <a:ext cx="2313633" cy="5772840"/>
          </a:xfrm>
        </p:spPr>
        <p:txBody>
          <a:bodyPr anchor="ctr">
            <a:normAutofit/>
          </a:bodyPr>
          <a:lstStyle/>
          <a:p>
            <a:r>
              <a:rPr lang="en-GB" sz="3100">
                <a:solidFill>
                  <a:srgbClr val="FFFFFF"/>
                </a:solidFill>
              </a:rPr>
              <a:t>Linear Potential Flow Model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AF614F-5BC3-4086-99F5-B87C5847A0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90696BB-3499-12E5-2BDE-5227B0A6FF7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07489130"/>
              </p:ext>
            </p:extLst>
          </p:nvPr>
        </p:nvGraphicFramePr>
        <p:xfrm>
          <a:off x="3556397" y="639763"/>
          <a:ext cx="5098256" cy="5649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59725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Hydrodynamic Modelling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Capytaine BEM solver used</a:t>
            </a:r>
          </a:p>
          <a:p>
            <a:r>
              <a:t>Computes added mass and damping</a:t>
            </a:r>
          </a:p>
          <a:p>
            <a:r>
              <a:t>Provides excitation forces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Wave Modelling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Real waves are irregular</a:t>
            </a:r>
          </a:p>
          <a:p>
            <a:r>
              <a:t>JONSWAP spectrum used</a:t>
            </a:r>
          </a:p>
          <a:p>
            <a:r>
              <a:t>Multiple frequencies with random phases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48DCFB-4D4E-B2F4-EC23-09D6F3EFE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741B58E-3B65-4A01-A276-975AB2CF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39736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AAC67C3-831B-4AB1-A259-DFB839CAF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F893D5-89D2-AC4D-326B-F20345CD9E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277" y="605896"/>
            <a:ext cx="2313633" cy="5646208"/>
          </a:xfrm>
        </p:spPr>
        <p:txBody>
          <a:bodyPr anchor="ctr">
            <a:normAutofit/>
          </a:bodyPr>
          <a:lstStyle/>
          <a:p>
            <a:r>
              <a:rPr lang="en-US" sz="3100">
                <a:solidFill>
                  <a:srgbClr val="FFFFFF"/>
                </a:solidFill>
              </a:rPr>
              <a:t>Control Strategy 1: Set and Forget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4B3F04-9EAC-45C0-B3CE-0387EEA10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64E2E9-9FB1-57A6-2089-D86D348E56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56512" y="605896"/>
            <a:ext cx="4810247" cy="5646208"/>
          </a:xfrm>
        </p:spPr>
        <p:txBody>
          <a:bodyPr anchor="ctr">
            <a:normAutofit/>
          </a:bodyPr>
          <a:lstStyle/>
          <a:p>
            <a:r>
              <a:t>Constant PTO damping coefficient</a:t>
            </a:r>
            <a:endParaRPr dirty="0"/>
          </a:p>
          <a:p>
            <a:r>
              <a:t>No adaptation to wave conditions</a:t>
            </a:r>
          </a:p>
          <a:p>
            <a:r>
              <a:t>Simple and robust baseline</a:t>
            </a:r>
          </a:p>
          <a:p>
            <a:r>
              <a:t>Used as comparison for advanced control</a:t>
            </a:r>
          </a:p>
        </p:txBody>
      </p:sp>
    </p:spTree>
    <p:extLst>
      <p:ext uri="{BB962C8B-B14F-4D97-AF65-F5344CB8AC3E}">
        <p14:creationId xmlns:p14="http://schemas.microsoft.com/office/powerpoint/2010/main" val="18807560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C6E1B1-3CCC-0C5C-3135-7E464563A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741B58E-3B65-4A01-A276-975AB2CF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39736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AAC67C3-831B-4AB1-A259-DFB839CAF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511975-064C-87EA-28FB-52BDE33E81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277" y="605896"/>
            <a:ext cx="2313633" cy="5646208"/>
          </a:xfrm>
        </p:spPr>
        <p:txBody>
          <a:bodyPr anchor="ctr">
            <a:normAutofit/>
          </a:bodyPr>
          <a:lstStyle/>
          <a:p>
            <a:r>
              <a:rPr lang="en-GB" sz="3100">
                <a:solidFill>
                  <a:srgbClr val="FFFFFF"/>
                </a:solidFill>
              </a:rPr>
              <a:t>Control Strategy 2: Model Predictive Control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4B3F04-9EAC-45C0-B3CE-0387EEA10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00F7AD-5971-C50E-0B46-65458CEEFB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56512" y="605896"/>
            <a:ext cx="4810247" cy="5646208"/>
          </a:xfrm>
        </p:spPr>
        <p:txBody>
          <a:bodyPr anchor="ctr">
            <a:normAutofit/>
          </a:bodyPr>
          <a:lstStyle/>
          <a:p>
            <a:r>
              <a:t>Uses future wave prediction</a:t>
            </a:r>
            <a:endParaRPr dirty="0"/>
          </a:p>
          <a:p>
            <a:r>
              <a:t>Optimises PTO force over time horizon</a:t>
            </a:r>
          </a:p>
          <a:p>
            <a:r>
              <a:t>Maximises extracted power dynamically</a:t>
            </a:r>
          </a:p>
          <a:p>
            <a:r>
              <a:t>More complex and computationally expensive</a:t>
            </a:r>
          </a:p>
        </p:txBody>
      </p:sp>
    </p:spTree>
    <p:extLst>
      <p:ext uri="{BB962C8B-B14F-4D97-AF65-F5344CB8AC3E}">
        <p14:creationId xmlns:p14="http://schemas.microsoft.com/office/powerpoint/2010/main" val="40578085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741B58E-3B65-4A01-A276-975AB2CF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39736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AAC67C3-831B-4AB1-A259-DFB839CAF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9277" y="605896"/>
            <a:ext cx="2313633" cy="5646208"/>
          </a:xfrm>
        </p:spPr>
        <p:txBody>
          <a:bodyPr anchor="ctr">
            <a:normAutofit/>
          </a:bodyPr>
          <a:lstStyle/>
          <a:p>
            <a:r>
              <a:rPr lang="en-US" sz="3100">
                <a:solidFill>
                  <a:srgbClr val="FFFFFF"/>
                </a:solidFill>
              </a:rPr>
              <a:t>Control Strategy 3: Latching Control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4B3F04-9EAC-45C0-B3CE-0387EEA10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56512" y="605896"/>
            <a:ext cx="4810247" cy="5646208"/>
          </a:xfrm>
        </p:spPr>
        <p:txBody>
          <a:bodyPr anchor="ctr">
            <a:normAutofit/>
          </a:bodyPr>
          <a:lstStyle/>
          <a:p>
            <a:r>
              <a:t>Buoy is temporarily held at zero velocity</a:t>
            </a:r>
          </a:p>
          <a:p>
            <a:r>
              <a:t>Released when excitation force is optimal</a:t>
            </a:r>
          </a:p>
          <a:p>
            <a:r>
              <a:t>Improves phase alignment with waves</a:t>
            </a:r>
          </a:p>
          <a:p>
            <a:r>
              <a:t>Significantly increases power absorption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Power proportional to velocity squared</a:t>
            </a:r>
          </a:p>
          <a:p>
            <a:r>
              <a:t>Latching increases average power</a:t>
            </a:r>
          </a:p>
          <a:p>
            <a:r>
              <a:t>Clear improvement over baseline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Control improves performance</a:t>
            </a:r>
          </a:p>
          <a:p>
            <a:r>
              <a:t>Requires sensing and timing</a:t>
            </a:r>
          </a:p>
          <a:p>
            <a:r>
              <a:t>Sensitive to wave conditions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Extend to multi-degree motion</a:t>
            </a:r>
          </a:p>
          <a:p>
            <a:r>
              <a:t>Nonlinear modelling</a:t>
            </a:r>
          </a:p>
          <a:p>
            <a:r>
              <a:t>Adaptive control strategies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Model successfully developed</a:t>
            </a:r>
          </a:p>
          <a:p>
            <a:r>
              <a:t>Realistic sea conditions simulated</a:t>
            </a:r>
          </a:p>
          <a:p>
            <a:r>
              <a:t>Latching improves energy capture</a:t>
            </a:r>
          </a:p>
          <a:p>
            <a:r>
              <a:t>Control strategy is critical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TM02900769[[fn=Retrospect]]</Template>
  <TotalTime>0</TotalTime>
  <Words>296</Words>
  <Application>Microsoft Office PowerPoint</Application>
  <PresentationFormat>On-screen Show (4:3)</PresentationFormat>
  <Paragraphs>63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Calibri</vt:lpstr>
      <vt:lpstr>Calibri Light</vt:lpstr>
      <vt:lpstr>Retrospect</vt:lpstr>
      <vt:lpstr>Wave Energy Converter Control Strategies</vt:lpstr>
      <vt:lpstr>Problem Overview</vt:lpstr>
      <vt:lpstr>Physical System</vt:lpstr>
      <vt:lpstr>Our Mathematical Modelling Approach</vt:lpstr>
      <vt:lpstr>Linear Potential Flow Model</vt:lpstr>
      <vt:lpstr>Hydrodynamic Modelling</vt:lpstr>
      <vt:lpstr>Wave Modelling</vt:lpstr>
      <vt:lpstr>Control Strategy 1: Set and Forget</vt:lpstr>
      <vt:lpstr>Control Strategy 2: Model Predictive Control</vt:lpstr>
      <vt:lpstr>Control Strategy 3: Latching Control</vt:lpstr>
      <vt:lpstr>Results: Power</vt:lpstr>
      <vt:lpstr>Discussion</vt:lpstr>
      <vt:lpstr>Future Work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edward schuster-bruce</dc:creator>
  <cp:keywords/>
  <dc:description>generated using python-pptx</dc:description>
  <cp:lastModifiedBy>Ed Schuster Bruce</cp:lastModifiedBy>
  <cp:revision>2</cp:revision>
  <dcterms:created xsi:type="dcterms:W3CDTF">2013-01-27T09:14:16Z</dcterms:created>
  <dcterms:modified xsi:type="dcterms:W3CDTF">2026-03-30T15:20:14Z</dcterms:modified>
  <cp:category/>
</cp:coreProperties>
</file>