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84" r:id="rId6"/>
    <p:sldId id="261" r:id="rId7"/>
    <p:sldId id="260" r:id="rId8"/>
    <p:sldId id="270" r:id="rId9"/>
    <p:sldId id="285" r:id="rId10"/>
    <p:sldId id="271" r:id="rId11"/>
    <p:sldId id="272" r:id="rId12"/>
    <p:sldId id="273" r:id="rId13"/>
    <p:sldId id="274" r:id="rId14"/>
    <p:sldId id="286" r:id="rId15"/>
    <p:sldId id="267" r:id="rId16"/>
    <p:sldId id="269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2986"/>
    <a:srgbClr val="E1EBF3"/>
    <a:srgbClr val="FFFFFF"/>
    <a:srgbClr val="BED4E4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7D3B2-4173-274F-9A53-F0F97D6C95B1}" v="123" dt="2026-04-15T13:12:53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lie Mann" userId="S::ay24363@bristol.ac.uk::a0eb56d1-fb22-43c6-a169-5e547426f1b4" providerId="AD" clId="Web-{4350D7C5-0BEE-F6E2-C3E7-64D2A72B256E}"/>
    <pc:docChg chg="addSld delSld modSld sldOrd">
      <pc:chgData name="Ollie Mann" userId="S::ay24363@bristol.ac.uk::a0eb56d1-fb22-43c6-a169-5e547426f1b4" providerId="AD" clId="Web-{4350D7C5-0BEE-F6E2-C3E7-64D2A72B256E}" dt="2026-04-13T13:39:07.656" v="245" actId="20577"/>
      <pc:docMkLst>
        <pc:docMk/>
      </pc:docMkLst>
      <pc:sldChg chg="modSp">
        <pc:chgData name="Ollie Mann" userId="S::ay24363@bristol.ac.uk::a0eb56d1-fb22-43c6-a169-5e547426f1b4" providerId="AD" clId="Web-{4350D7C5-0BEE-F6E2-C3E7-64D2A72B256E}" dt="2026-04-13T13:14:32.034" v="18" actId="20577"/>
        <pc:sldMkLst>
          <pc:docMk/>
          <pc:sldMk cId="1816702450" sldId="270"/>
        </pc:sldMkLst>
        <pc:spChg chg="mod">
          <ac:chgData name="Ollie Mann" userId="S::ay24363@bristol.ac.uk::a0eb56d1-fb22-43c6-a169-5e547426f1b4" providerId="AD" clId="Web-{4350D7C5-0BEE-F6E2-C3E7-64D2A72B256E}" dt="2026-04-13T13:14:32.034" v="18" actId="20577"/>
          <ac:spMkLst>
            <pc:docMk/>
            <pc:sldMk cId="1816702450" sldId="270"/>
            <ac:spMk id="3" creationId="{4FA8648E-2CC6-5C90-6D7F-7B4C6B84CEA7}"/>
          </ac:spMkLst>
        </pc:spChg>
      </pc:sldChg>
      <pc:sldChg chg="modSp new">
        <pc:chgData name="Ollie Mann" userId="S::ay24363@bristol.ac.uk::a0eb56d1-fb22-43c6-a169-5e547426f1b4" providerId="AD" clId="Web-{4350D7C5-0BEE-F6E2-C3E7-64D2A72B256E}" dt="2026-04-13T13:24:23.506" v="94" actId="20577"/>
        <pc:sldMkLst>
          <pc:docMk/>
          <pc:sldMk cId="772203802" sldId="284"/>
        </pc:sldMkLst>
        <pc:spChg chg="mod">
          <ac:chgData name="Ollie Mann" userId="S::ay24363@bristol.ac.uk::a0eb56d1-fb22-43c6-a169-5e547426f1b4" providerId="AD" clId="Web-{4350D7C5-0BEE-F6E2-C3E7-64D2A72B256E}" dt="2026-04-13T13:24:23.506" v="94" actId="20577"/>
          <ac:spMkLst>
            <pc:docMk/>
            <pc:sldMk cId="772203802" sldId="284"/>
            <ac:spMk id="2" creationId="{3C8CAC2E-D5A4-E351-1066-B4F8249862B8}"/>
          </ac:spMkLst>
        </pc:spChg>
      </pc:sldChg>
      <pc:sldChg chg="addSp delSp modSp new mod ord modClrScheme chgLayout">
        <pc:chgData name="Ollie Mann" userId="S::ay24363@bristol.ac.uk::a0eb56d1-fb22-43c6-a169-5e547426f1b4" providerId="AD" clId="Web-{4350D7C5-0BEE-F6E2-C3E7-64D2A72B256E}" dt="2026-04-13T13:39:07.656" v="245" actId="20577"/>
        <pc:sldMkLst>
          <pc:docMk/>
          <pc:sldMk cId="2286299515" sldId="285"/>
        </pc:sldMkLst>
        <pc:spChg chg="mod ord">
          <ac:chgData name="Ollie Mann" userId="S::ay24363@bristol.ac.uk::a0eb56d1-fb22-43c6-a169-5e547426f1b4" providerId="AD" clId="Web-{4350D7C5-0BEE-F6E2-C3E7-64D2A72B256E}" dt="2026-04-13T13:32:29.288" v="213" actId="20577"/>
          <ac:spMkLst>
            <pc:docMk/>
            <pc:sldMk cId="2286299515" sldId="285"/>
            <ac:spMk id="2" creationId="{85A3875A-E3A2-19F7-F16F-24C2AB831E1C}"/>
          </ac:spMkLst>
        </pc:spChg>
        <pc:spChg chg="mod ord">
          <ac:chgData name="Ollie Mann" userId="S::ay24363@bristol.ac.uk::a0eb56d1-fb22-43c6-a169-5e547426f1b4" providerId="AD" clId="Web-{4350D7C5-0BEE-F6E2-C3E7-64D2A72B256E}" dt="2026-04-13T13:39:07.656" v="245" actId="20577"/>
          <ac:spMkLst>
            <pc:docMk/>
            <pc:sldMk cId="2286299515" sldId="285"/>
            <ac:spMk id="3" creationId="{B797F24D-CDB9-F700-E7E1-F9FA956E9D86}"/>
          </ac:spMkLst>
        </pc:spChg>
        <pc:spChg chg="add mod ord">
          <ac:chgData name="Ollie Mann" userId="S::ay24363@bristol.ac.uk::a0eb56d1-fb22-43c6-a169-5e547426f1b4" providerId="AD" clId="Web-{4350D7C5-0BEE-F6E2-C3E7-64D2A72B256E}" dt="2026-04-13T13:29:51.816" v="157" actId="14100"/>
          <ac:spMkLst>
            <pc:docMk/>
            <pc:sldMk cId="2286299515" sldId="285"/>
            <ac:spMk id="4" creationId="{1DAC204E-F5D6-0C39-43C7-D92A65662698}"/>
          </ac:spMkLst>
        </pc:spChg>
        <pc:spChg chg="add mod">
          <ac:chgData name="Ollie Mann" userId="S::ay24363@bristol.ac.uk::a0eb56d1-fb22-43c6-a169-5e547426f1b4" providerId="AD" clId="Web-{4350D7C5-0BEE-F6E2-C3E7-64D2A72B256E}" dt="2026-04-13T13:33:29.326" v="237" actId="20577"/>
          <ac:spMkLst>
            <pc:docMk/>
            <pc:sldMk cId="2286299515" sldId="285"/>
            <ac:spMk id="8" creationId="{58985922-472D-B16A-7835-A1E728AFC3E8}"/>
          </ac:spMkLst>
        </pc:spChg>
        <pc:spChg chg="add mod">
          <ac:chgData name="Ollie Mann" userId="S::ay24363@bristol.ac.uk::a0eb56d1-fb22-43c6-a169-5e547426f1b4" providerId="AD" clId="Web-{4350D7C5-0BEE-F6E2-C3E7-64D2A72B256E}" dt="2026-04-13T13:30:08.394" v="164" actId="1076"/>
          <ac:spMkLst>
            <pc:docMk/>
            <pc:sldMk cId="2286299515" sldId="285"/>
            <ac:spMk id="10" creationId="{A306D060-8843-8859-9D15-CA50FFDA67DE}"/>
          </ac:spMkLst>
        </pc:spChg>
        <pc:spChg chg="add mod">
          <ac:chgData name="Ollie Mann" userId="S::ay24363@bristol.ac.uk::a0eb56d1-fb22-43c6-a169-5e547426f1b4" providerId="AD" clId="Web-{4350D7C5-0BEE-F6E2-C3E7-64D2A72B256E}" dt="2026-04-13T13:30:28.192" v="166" actId="1076"/>
          <ac:spMkLst>
            <pc:docMk/>
            <pc:sldMk cId="2286299515" sldId="285"/>
            <ac:spMk id="14" creationId="{937B966B-77AE-B788-C527-146DBD98B8AC}"/>
          </ac:spMkLst>
        </pc:spChg>
        <pc:spChg chg="add mod">
          <ac:chgData name="Ollie Mann" userId="S::ay24363@bristol.ac.uk::a0eb56d1-fb22-43c6-a169-5e547426f1b4" providerId="AD" clId="Web-{4350D7C5-0BEE-F6E2-C3E7-64D2A72B256E}" dt="2026-04-13T13:33:32.842" v="239" actId="20577"/>
          <ac:spMkLst>
            <pc:docMk/>
            <pc:sldMk cId="2286299515" sldId="285"/>
            <ac:spMk id="19" creationId="{5256D2AB-7736-2765-FD19-892AE06456E0}"/>
          </ac:spMkLst>
        </pc:spChg>
      </pc:sldChg>
    </pc:docChg>
  </pc:docChgLst>
  <pc:docChgLst>
    <pc:chgData name="Ollie Mann" userId="a0eb56d1-fb22-43c6-a169-5e547426f1b4" providerId="ADAL" clId="{203428FF-DFBC-548F-AEEE-93FB93E67FB2}"/>
    <pc:docChg chg="undo custSel modSld">
      <pc:chgData name="Ollie Mann" userId="a0eb56d1-fb22-43c6-a169-5e547426f1b4" providerId="ADAL" clId="{203428FF-DFBC-548F-AEEE-93FB93E67FB2}" dt="2026-04-15T13:12:53.135" v="1516" actId="20577"/>
      <pc:docMkLst>
        <pc:docMk/>
      </pc:docMkLst>
      <pc:sldChg chg="addSp delSp modSp mod">
        <pc:chgData name="Ollie Mann" userId="a0eb56d1-fb22-43c6-a169-5e547426f1b4" providerId="ADAL" clId="{203428FF-DFBC-548F-AEEE-93FB93E67FB2}" dt="2026-04-15T13:06:36.679" v="1457"/>
        <pc:sldMkLst>
          <pc:docMk/>
          <pc:sldMk cId="0" sldId="256"/>
        </pc:sldMkLst>
        <pc:spChg chg="add del mod">
          <ac:chgData name="Ollie Mann" userId="a0eb56d1-fb22-43c6-a169-5e547426f1b4" providerId="ADAL" clId="{203428FF-DFBC-548F-AEEE-93FB93E67FB2}" dt="2026-04-15T13:06:36.679" v="1457"/>
          <ac:spMkLst>
            <pc:docMk/>
            <pc:sldMk cId="0" sldId="256"/>
            <ac:spMk id="4" creationId="{2E1AD07F-896A-7F7A-9E46-B11587ACE534}"/>
          </ac:spMkLst>
        </pc:spChg>
      </pc:sldChg>
      <pc:sldChg chg="modSp mod">
        <pc:chgData name="Ollie Mann" userId="a0eb56d1-fb22-43c6-a169-5e547426f1b4" providerId="ADAL" clId="{203428FF-DFBC-548F-AEEE-93FB93E67FB2}" dt="2026-04-15T13:12:53.135" v="1516" actId="20577"/>
        <pc:sldMkLst>
          <pc:docMk/>
          <pc:sldMk cId="772203802" sldId="284"/>
        </pc:sldMkLst>
        <pc:spChg chg="mod">
          <ac:chgData name="Ollie Mann" userId="a0eb56d1-fb22-43c6-a169-5e547426f1b4" providerId="ADAL" clId="{203428FF-DFBC-548F-AEEE-93FB93E67FB2}" dt="2026-04-15T13:12:53.135" v="1516" actId="20577"/>
          <ac:spMkLst>
            <pc:docMk/>
            <pc:sldMk cId="772203802" sldId="284"/>
            <ac:spMk id="3" creationId="{BB244909-EFB2-E390-DF7C-016465B37DEA}"/>
          </ac:spMkLst>
        </pc:spChg>
      </pc:sldChg>
      <pc:sldChg chg="addSp delSp modSp mod modNotesTx">
        <pc:chgData name="Ollie Mann" userId="a0eb56d1-fb22-43c6-a169-5e547426f1b4" providerId="ADAL" clId="{203428FF-DFBC-548F-AEEE-93FB93E67FB2}" dt="2026-04-14T11:34:37.600" v="646" actId="20577"/>
        <pc:sldMkLst>
          <pc:docMk/>
          <pc:sldMk cId="2286299515" sldId="285"/>
        </pc:sldMkLst>
        <pc:spChg chg="mod">
          <ac:chgData name="Ollie Mann" userId="a0eb56d1-fb22-43c6-a169-5e547426f1b4" providerId="ADAL" clId="{203428FF-DFBC-548F-AEEE-93FB93E67FB2}" dt="2026-04-13T13:48:34.700" v="78" actId="14100"/>
          <ac:spMkLst>
            <pc:docMk/>
            <pc:sldMk cId="2286299515" sldId="285"/>
            <ac:spMk id="2" creationId="{85A3875A-E3A2-19F7-F16F-24C2AB831E1C}"/>
          </ac:spMkLst>
        </pc:spChg>
        <pc:spChg chg="mod">
          <ac:chgData name="Ollie Mann" userId="a0eb56d1-fb22-43c6-a169-5e547426f1b4" providerId="ADAL" clId="{203428FF-DFBC-548F-AEEE-93FB93E67FB2}" dt="2026-04-14T11:34:37.600" v="646" actId="20577"/>
          <ac:spMkLst>
            <pc:docMk/>
            <pc:sldMk cId="2286299515" sldId="285"/>
            <ac:spMk id="3" creationId="{B797F24D-CDB9-F700-E7E1-F9FA956E9D86}"/>
          </ac:spMkLst>
        </pc:spChg>
        <pc:spChg chg="mod">
          <ac:chgData name="Ollie Mann" userId="a0eb56d1-fb22-43c6-a169-5e547426f1b4" providerId="ADAL" clId="{203428FF-DFBC-548F-AEEE-93FB93E67FB2}" dt="2026-04-13T14:27:54.586" v="396" actId="1037"/>
          <ac:spMkLst>
            <pc:docMk/>
            <pc:sldMk cId="2286299515" sldId="285"/>
            <ac:spMk id="4" creationId="{1DAC204E-F5D6-0C39-43C7-D92A65662698}"/>
          </ac:spMkLst>
        </pc:spChg>
        <pc:spChg chg="mod">
          <ac:chgData name="Ollie Mann" userId="a0eb56d1-fb22-43c6-a169-5e547426f1b4" providerId="ADAL" clId="{203428FF-DFBC-548F-AEEE-93FB93E67FB2}" dt="2026-04-13T14:27:54.586" v="396" actId="1037"/>
          <ac:spMkLst>
            <pc:docMk/>
            <pc:sldMk cId="2286299515" sldId="285"/>
            <ac:spMk id="8" creationId="{58985922-472D-B16A-7835-A1E728AFC3E8}"/>
          </ac:spMkLst>
        </pc:spChg>
        <pc:spChg chg="mod">
          <ac:chgData name="Ollie Mann" userId="a0eb56d1-fb22-43c6-a169-5e547426f1b4" providerId="ADAL" clId="{203428FF-DFBC-548F-AEEE-93FB93E67FB2}" dt="2026-04-13T14:27:54.586" v="396" actId="1037"/>
          <ac:spMkLst>
            <pc:docMk/>
            <pc:sldMk cId="2286299515" sldId="285"/>
            <ac:spMk id="10" creationId="{A306D060-8843-8859-9D15-CA50FFDA67DE}"/>
          </ac:spMkLst>
        </pc:spChg>
        <pc:spChg chg="mod">
          <ac:chgData name="Ollie Mann" userId="a0eb56d1-fb22-43c6-a169-5e547426f1b4" providerId="ADAL" clId="{203428FF-DFBC-548F-AEEE-93FB93E67FB2}" dt="2026-04-13T14:27:54.586" v="396" actId="1037"/>
          <ac:spMkLst>
            <pc:docMk/>
            <pc:sldMk cId="2286299515" sldId="285"/>
            <ac:spMk id="14" creationId="{937B966B-77AE-B788-C527-146DBD98B8AC}"/>
          </ac:spMkLst>
        </pc:spChg>
        <pc:spChg chg="mod">
          <ac:chgData name="Ollie Mann" userId="a0eb56d1-fb22-43c6-a169-5e547426f1b4" providerId="ADAL" clId="{203428FF-DFBC-548F-AEEE-93FB93E67FB2}" dt="2026-04-13T14:27:54.586" v="396" actId="1037"/>
          <ac:spMkLst>
            <pc:docMk/>
            <pc:sldMk cId="2286299515" sldId="285"/>
            <ac:spMk id="19" creationId="{5256D2AB-7736-2765-FD19-892AE06456E0}"/>
          </ac:spMkLst>
        </pc:spChg>
      </pc:sldChg>
    </pc:docChg>
  </pc:docChgLst>
  <pc:docChgLst>
    <pc:chgData name="Ed Schuster Bruce" userId="c42289d1-a3e5-485c-a3fe-df854c552fdb" providerId="ADAL" clId="{9A8B4455-0AA2-47B2-AC41-2D20ECF78631}"/>
    <pc:docChg chg="undo custSel addSld modSld">
      <pc:chgData name="Ed Schuster Bruce" userId="c42289d1-a3e5-485c-a3fe-df854c552fdb" providerId="ADAL" clId="{9A8B4455-0AA2-47B2-AC41-2D20ECF78631}" dt="2026-04-13T13:39:47.749" v="6776" actId="20577"/>
      <pc:docMkLst>
        <pc:docMk/>
      </pc:docMkLst>
      <pc:sldChg chg="addSp delSp modSp mod setBg">
        <pc:chgData name="Ed Schuster Bruce" userId="c42289d1-a3e5-485c-a3fe-df854c552fdb" providerId="ADAL" clId="{9A8B4455-0AA2-47B2-AC41-2D20ECF78631}" dt="2026-04-13T08:15:06.621" v="36" actId="20577"/>
        <pc:sldMkLst>
          <pc:docMk/>
          <pc:sldMk cId="0" sldId="256"/>
        </pc:sldMkLst>
        <pc:spChg chg="mod">
          <ac:chgData name="Ed Schuster Bruce" userId="c42289d1-a3e5-485c-a3fe-df854c552fdb" providerId="ADAL" clId="{9A8B4455-0AA2-47B2-AC41-2D20ECF78631}" dt="2026-04-13T08:14:47.456" v="2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Ed Schuster Bruce" userId="c42289d1-a3e5-485c-a3fe-df854c552fdb" providerId="ADAL" clId="{9A8B4455-0AA2-47B2-AC41-2D20ECF78631}" dt="2026-04-13T08:15:06.621" v="36" actId="20577"/>
          <ac:spMkLst>
            <pc:docMk/>
            <pc:sldMk cId="0" sldId="256"/>
            <ac:spMk id="3" creationId="{00000000-0000-0000-0000-000000000000}"/>
          </ac:spMkLst>
        </pc:spChg>
        <pc:spChg chg="add">
          <ac:chgData name="Ed Schuster Bruce" userId="c42289d1-a3e5-485c-a3fe-df854c552fdb" providerId="ADAL" clId="{9A8B4455-0AA2-47B2-AC41-2D20ECF78631}" dt="2026-04-13T08:14:13.247" v="9" actId="26606"/>
          <ac:spMkLst>
            <pc:docMk/>
            <pc:sldMk cId="0" sldId="256"/>
            <ac:spMk id="1038" creationId="{04812C46-200A-4DEB-A05E-3ED6C68C2387}"/>
          </ac:spMkLst>
        </pc:spChg>
        <pc:spChg chg="add">
          <ac:chgData name="Ed Schuster Bruce" userId="c42289d1-a3e5-485c-a3fe-df854c552fdb" providerId="ADAL" clId="{9A8B4455-0AA2-47B2-AC41-2D20ECF78631}" dt="2026-04-13T08:14:13.247" v="9" actId="26606"/>
          <ac:spMkLst>
            <pc:docMk/>
            <pc:sldMk cId="0" sldId="256"/>
            <ac:spMk id="1040" creationId="{D1EA859B-E555-4109-94F3-6700E046E008}"/>
          </ac:spMkLst>
        </pc:spChg>
        <pc:picChg chg="add mod ord">
          <ac:chgData name="Ed Schuster Bruce" userId="c42289d1-a3e5-485c-a3fe-df854c552fdb" providerId="ADAL" clId="{9A8B4455-0AA2-47B2-AC41-2D20ECF78631}" dt="2026-04-13T08:14:20.257" v="10" actId="14100"/>
          <ac:picMkLst>
            <pc:docMk/>
            <pc:sldMk cId="0" sldId="256"/>
            <ac:picMk id="1026" creationId="{2FDBE68B-5119-D897-6F2C-BD8F5942FAF1}"/>
          </ac:picMkLst>
        </pc:picChg>
      </pc:sldChg>
      <pc:sldChg chg="addSp delSp modSp mod setBg">
        <pc:chgData name="Ed Schuster Bruce" userId="c42289d1-a3e5-485c-a3fe-df854c552fdb" providerId="ADAL" clId="{9A8B4455-0AA2-47B2-AC41-2D20ECF78631}" dt="2026-04-13T08:15:32.632" v="37" actId="26606"/>
        <pc:sldMkLst>
          <pc:docMk/>
          <pc:sldMk cId="0" sldId="257"/>
        </pc:sldMkLst>
        <pc:spChg chg="mod">
          <ac:chgData name="Ed Schuster Bruce" userId="c42289d1-a3e5-485c-a3fe-df854c552fdb" providerId="ADAL" clId="{9A8B4455-0AA2-47B2-AC41-2D20ECF78631}" dt="2026-04-13T08:15:32.632" v="37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Ed Schuster Bruce" userId="c42289d1-a3e5-485c-a3fe-df854c552fdb" providerId="ADAL" clId="{9A8B4455-0AA2-47B2-AC41-2D20ECF78631}" dt="2026-04-13T08:15:32.632" v="37" actId="26606"/>
          <ac:spMkLst>
            <pc:docMk/>
            <pc:sldMk cId="0" sldId="257"/>
            <ac:spMk id="16" creationId="{BACC6370-2D7E-4714-9D71-7542949D7D5D}"/>
          </ac:spMkLst>
        </pc:spChg>
        <pc:spChg chg="add">
          <ac:chgData name="Ed Schuster Bruce" userId="c42289d1-a3e5-485c-a3fe-df854c552fdb" providerId="ADAL" clId="{9A8B4455-0AA2-47B2-AC41-2D20ECF78631}" dt="2026-04-13T08:15:32.632" v="37" actId="26606"/>
          <ac:spMkLst>
            <pc:docMk/>
            <pc:sldMk cId="0" sldId="257"/>
            <ac:spMk id="18" creationId="{F68B3F68-107C-434F-AA38-110D5EA91B85}"/>
          </ac:spMkLst>
        </pc:spChg>
        <pc:spChg chg="add">
          <ac:chgData name="Ed Schuster Bruce" userId="c42289d1-a3e5-485c-a3fe-df854c552fdb" providerId="ADAL" clId="{9A8B4455-0AA2-47B2-AC41-2D20ECF78631}" dt="2026-04-13T08:15:32.632" v="37" actId="26606"/>
          <ac:spMkLst>
            <pc:docMk/>
            <pc:sldMk cId="0" sldId="257"/>
            <ac:spMk id="20" creationId="{AAD0DBB9-1A4B-4391-81D4-CB19F9AB918A}"/>
          </ac:spMkLst>
        </pc:spChg>
        <pc:spChg chg="add">
          <ac:chgData name="Ed Schuster Bruce" userId="c42289d1-a3e5-485c-a3fe-df854c552fdb" providerId="ADAL" clId="{9A8B4455-0AA2-47B2-AC41-2D20ECF78631}" dt="2026-04-13T08:15:32.632" v="37" actId="26606"/>
          <ac:spMkLst>
            <pc:docMk/>
            <pc:sldMk cId="0" sldId="257"/>
            <ac:spMk id="22" creationId="{063BBA22-50EA-4C4D-BE05-F1CE4E63AA56}"/>
          </ac:spMkLst>
        </pc:spChg>
        <pc:graphicFrameChg chg="mod modGraphic">
          <ac:chgData name="Ed Schuster Bruce" userId="c42289d1-a3e5-485c-a3fe-df854c552fdb" providerId="ADAL" clId="{9A8B4455-0AA2-47B2-AC41-2D20ECF78631}" dt="2026-04-13T08:15:32.632" v="37" actId="26606"/>
          <ac:graphicFrameMkLst>
            <pc:docMk/>
            <pc:sldMk cId="0" sldId="257"/>
            <ac:graphicFrameMk id="5" creationId="{30A69008-4E8A-DA04-EA9B-385EF1C0B0FE}"/>
          </ac:graphicFrameMkLst>
        </pc:graphicFrameChg>
      </pc:sldChg>
      <pc:sldChg chg="modSp mod">
        <pc:chgData name="Ed Schuster Bruce" userId="c42289d1-a3e5-485c-a3fe-df854c552fdb" providerId="ADAL" clId="{9A8B4455-0AA2-47B2-AC41-2D20ECF78631}" dt="2026-04-13T08:17:02.938" v="54" actId="20577"/>
        <pc:sldMkLst>
          <pc:docMk/>
          <pc:sldMk cId="0" sldId="258"/>
        </pc:sldMkLst>
        <pc:spChg chg="mod">
          <ac:chgData name="Ed Schuster Bruce" userId="c42289d1-a3e5-485c-a3fe-df854c552fdb" providerId="ADAL" clId="{9A8B4455-0AA2-47B2-AC41-2D20ECF78631}" dt="2026-04-13T08:17:02.938" v="54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Ed Schuster Bruce" userId="c42289d1-a3e5-485c-a3fe-df854c552fdb" providerId="ADAL" clId="{9A8B4455-0AA2-47B2-AC41-2D20ECF78631}" dt="2026-04-13T08:55:08.641" v="1801" actId="20577"/>
        <pc:sldMkLst>
          <pc:docMk/>
          <pc:sldMk cId="0" sldId="261"/>
        </pc:sldMkLst>
        <pc:spChg chg="mod">
          <ac:chgData name="Ed Schuster Bruce" userId="c42289d1-a3e5-485c-a3fe-df854c552fdb" providerId="ADAL" clId="{9A8B4455-0AA2-47B2-AC41-2D20ECF78631}" dt="2026-04-13T08:35:49.662" v="745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Ed Schuster Bruce" userId="c42289d1-a3e5-485c-a3fe-df854c552fdb" providerId="ADAL" clId="{9A8B4455-0AA2-47B2-AC41-2D20ECF78631}" dt="2026-04-13T08:55:08.641" v="1801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Ed Schuster Bruce" userId="c42289d1-a3e5-485c-a3fe-df854c552fdb" providerId="ADAL" clId="{9A8B4455-0AA2-47B2-AC41-2D20ECF78631}" dt="2026-04-13T10:08:10.305" v="5400" actId="20577"/>
        <pc:sldMkLst>
          <pc:docMk/>
          <pc:sldMk cId="1816702450" sldId="270"/>
        </pc:sldMkLst>
        <pc:spChg chg="mod">
          <ac:chgData name="Ed Schuster Bruce" userId="c42289d1-a3e5-485c-a3fe-df854c552fdb" providerId="ADAL" clId="{9A8B4455-0AA2-47B2-AC41-2D20ECF78631}" dt="2026-04-13T10:07:19.578" v="5354" actId="20577"/>
          <ac:spMkLst>
            <pc:docMk/>
            <pc:sldMk cId="1816702450" sldId="270"/>
            <ac:spMk id="2" creationId="{9F9BECB5-292C-0FAC-BE94-DB7EA28D3F39}"/>
          </ac:spMkLst>
        </pc:spChg>
        <pc:spChg chg="mod">
          <ac:chgData name="Ed Schuster Bruce" userId="c42289d1-a3e5-485c-a3fe-df854c552fdb" providerId="ADAL" clId="{9A8B4455-0AA2-47B2-AC41-2D20ECF78631}" dt="2026-04-13T10:08:10.305" v="5400" actId="20577"/>
          <ac:spMkLst>
            <pc:docMk/>
            <pc:sldMk cId="1816702450" sldId="270"/>
            <ac:spMk id="3" creationId="{4FA8648E-2CC6-5C90-6D7F-7B4C6B84CEA7}"/>
          </ac:spMkLst>
        </pc:spChg>
      </pc:sldChg>
      <pc:sldChg chg="modSp mod">
        <pc:chgData name="Ed Schuster Bruce" userId="c42289d1-a3e5-485c-a3fe-df854c552fdb" providerId="ADAL" clId="{9A8B4455-0AA2-47B2-AC41-2D20ECF78631}" dt="2026-04-13T13:37:02.979" v="6775" actId="20577"/>
        <pc:sldMkLst>
          <pc:docMk/>
          <pc:sldMk cId="1666967590" sldId="271"/>
        </pc:sldMkLst>
        <pc:spChg chg="mod">
          <ac:chgData name="Ed Schuster Bruce" userId="c42289d1-a3e5-485c-a3fe-df854c552fdb" providerId="ADAL" clId="{9A8B4455-0AA2-47B2-AC41-2D20ECF78631}" dt="2026-04-13T13:37:02.979" v="6775" actId="20577"/>
          <ac:spMkLst>
            <pc:docMk/>
            <pc:sldMk cId="1666967590" sldId="271"/>
            <ac:spMk id="3" creationId="{58711827-53E6-D470-9DB2-DD5BC63D6AA5}"/>
          </ac:spMkLst>
        </pc:spChg>
      </pc:sldChg>
      <pc:sldChg chg="modSp mod">
        <pc:chgData name="Ed Schuster Bruce" userId="c42289d1-a3e5-485c-a3fe-df854c552fdb" providerId="ADAL" clId="{9A8B4455-0AA2-47B2-AC41-2D20ECF78631}" dt="2026-04-13T13:39:47.749" v="6776" actId="20577"/>
        <pc:sldMkLst>
          <pc:docMk/>
          <pc:sldMk cId="2769188522" sldId="273"/>
        </pc:sldMkLst>
        <pc:spChg chg="mod">
          <ac:chgData name="Ed Schuster Bruce" userId="c42289d1-a3e5-485c-a3fe-df854c552fdb" providerId="ADAL" clId="{9A8B4455-0AA2-47B2-AC41-2D20ECF78631}" dt="2026-04-13T13:39:47.749" v="6776" actId="20577"/>
          <ac:spMkLst>
            <pc:docMk/>
            <pc:sldMk cId="2769188522" sldId="273"/>
            <ac:spMk id="3" creationId="{5B5564A4-2AD2-8026-4B1C-E389C8A601E7}"/>
          </ac:spMkLst>
        </pc:spChg>
      </pc:sldChg>
      <pc:sldChg chg="modSp new mod">
        <pc:chgData name="Ed Schuster Bruce" userId="c42289d1-a3e5-485c-a3fe-df854c552fdb" providerId="ADAL" clId="{9A8B4455-0AA2-47B2-AC41-2D20ECF78631}" dt="2026-04-13T09:27:34.083" v="3050" actId="113"/>
        <pc:sldMkLst>
          <pc:docMk/>
          <pc:sldMk cId="2399991856" sldId="275"/>
        </pc:sldMkLst>
        <pc:spChg chg="mod">
          <ac:chgData name="Ed Schuster Bruce" userId="c42289d1-a3e5-485c-a3fe-df854c552fdb" providerId="ADAL" clId="{9A8B4455-0AA2-47B2-AC41-2D20ECF78631}" dt="2026-04-13T08:40:41.645" v="961" actId="20577"/>
          <ac:spMkLst>
            <pc:docMk/>
            <pc:sldMk cId="2399991856" sldId="275"/>
            <ac:spMk id="2" creationId="{AFBAC6E9-EFD2-E372-4AD7-70E95781A38C}"/>
          </ac:spMkLst>
        </pc:spChg>
        <pc:spChg chg="mod">
          <ac:chgData name="Ed Schuster Bruce" userId="c42289d1-a3e5-485c-a3fe-df854c552fdb" providerId="ADAL" clId="{9A8B4455-0AA2-47B2-AC41-2D20ECF78631}" dt="2026-04-13T09:27:34.083" v="3050" actId="113"/>
          <ac:spMkLst>
            <pc:docMk/>
            <pc:sldMk cId="2399991856" sldId="275"/>
            <ac:spMk id="3" creationId="{AA15FFDA-3E56-7CCC-A10C-878192ABC545}"/>
          </ac:spMkLst>
        </pc:spChg>
      </pc:sldChg>
      <pc:sldChg chg="modSp add mod">
        <pc:chgData name="Ed Schuster Bruce" userId="c42289d1-a3e5-485c-a3fe-df854c552fdb" providerId="ADAL" clId="{9A8B4455-0AA2-47B2-AC41-2D20ECF78631}" dt="2026-04-13T09:27:17.484" v="3047" actId="113"/>
        <pc:sldMkLst>
          <pc:docMk/>
          <pc:sldMk cId="3205175469" sldId="276"/>
        </pc:sldMkLst>
        <pc:spChg chg="mod">
          <ac:chgData name="Ed Schuster Bruce" userId="c42289d1-a3e5-485c-a3fe-df854c552fdb" providerId="ADAL" clId="{9A8B4455-0AA2-47B2-AC41-2D20ECF78631}" dt="2026-04-13T09:27:17.484" v="3047" actId="113"/>
          <ac:spMkLst>
            <pc:docMk/>
            <pc:sldMk cId="3205175469" sldId="276"/>
            <ac:spMk id="3" creationId="{2E2E419C-ED51-E0EC-C3DA-266863473B4C}"/>
          </ac:spMkLst>
        </pc:spChg>
      </pc:sldChg>
      <pc:sldChg chg="modSp add mod">
        <pc:chgData name="Ed Schuster Bruce" userId="c42289d1-a3e5-485c-a3fe-df854c552fdb" providerId="ADAL" clId="{9A8B4455-0AA2-47B2-AC41-2D20ECF78631}" dt="2026-04-13T09:35:52.711" v="3544" actId="27636"/>
        <pc:sldMkLst>
          <pc:docMk/>
          <pc:sldMk cId="2467392672" sldId="277"/>
        </pc:sldMkLst>
        <pc:spChg chg="mod">
          <ac:chgData name="Ed Schuster Bruce" userId="c42289d1-a3e5-485c-a3fe-df854c552fdb" providerId="ADAL" clId="{9A8B4455-0AA2-47B2-AC41-2D20ECF78631}" dt="2026-04-13T09:35:52.711" v="3544" actId="27636"/>
          <ac:spMkLst>
            <pc:docMk/>
            <pc:sldMk cId="2467392672" sldId="277"/>
            <ac:spMk id="3" creationId="{D7C5537E-8148-2F3E-E6F1-389620C2CB35}"/>
          </ac:spMkLst>
        </pc:spChg>
      </pc:sldChg>
      <pc:sldChg chg="modSp add mod">
        <pc:chgData name="Ed Schuster Bruce" userId="c42289d1-a3e5-485c-a3fe-df854c552fdb" providerId="ADAL" clId="{9A8B4455-0AA2-47B2-AC41-2D20ECF78631}" dt="2026-04-13T10:05:06.172" v="5204" actId="20577"/>
        <pc:sldMkLst>
          <pc:docMk/>
          <pc:sldMk cId="1952117880" sldId="278"/>
        </pc:sldMkLst>
        <pc:spChg chg="mod">
          <ac:chgData name="Ed Schuster Bruce" userId="c42289d1-a3e5-485c-a3fe-df854c552fdb" providerId="ADAL" clId="{9A8B4455-0AA2-47B2-AC41-2D20ECF78631}" dt="2026-04-13T10:05:06.172" v="5204" actId="20577"/>
          <ac:spMkLst>
            <pc:docMk/>
            <pc:sldMk cId="1952117880" sldId="278"/>
            <ac:spMk id="3" creationId="{88E1B830-1F0A-07A5-500D-A72F0B4B54EA}"/>
          </ac:spMkLst>
        </pc:spChg>
      </pc:sldChg>
      <pc:sldChg chg="modSp add mod">
        <pc:chgData name="Ed Schuster Bruce" userId="c42289d1-a3e5-485c-a3fe-df854c552fdb" providerId="ADAL" clId="{9A8B4455-0AA2-47B2-AC41-2D20ECF78631}" dt="2026-04-13T10:03:08.907" v="5129" actId="20577"/>
        <pc:sldMkLst>
          <pc:docMk/>
          <pc:sldMk cId="1616180076" sldId="279"/>
        </pc:sldMkLst>
        <pc:spChg chg="mod">
          <ac:chgData name="Ed Schuster Bruce" userId="c42289d1-a3e5-485c-a3fe-df854c552fdb" providerId="ADAL" clId="{9A8B4455-0AA2-47B2-AC41-2D20ECF78631}" dt="2026-04-13T09:45:52.273" v="3869" actId="20577"/>
          <ac:spMkLst>
            <pc:docMk/>
            <pc:sldMk cId="1616180076" sldId="279"/>
            <ac:spMk id="2" creationId="{589D0DAE-CF73-A2AF-4C05-F3575666884A}"/>
          </ac:spMkLst>
        </pc:spChg>
        <pc:spChg chg="mod">
          <ac:chgData name="Ed Schuster Bruce" userId="c42289d1-a3e5-485c-a3fe-df854c552fdb" providerId="ADAL" clId="{9A8B4455-0AA2-47B2-AC41-2D20ECF78631}" dt="2026-04-13T10:03:08.907" v="5129" actId="20577"/>
          <ac:spMkLst>
            <pc:docMk/>
            <pc:sldMk cId="1616180076" sldId="279"/>
            <ac:spMk id="3" creationId="{DA49D694-DDFC-EF08-2C7D-EFE4BE2BA302}"/>
          </ac:spMkLst>
        </pc:spChg>
      </pc:sldChg>
      <pc:sldChg chg="modSp add mod">
        <pc:chgData name="Ed Schuster Bruce" userId="c42289d1-a3e5-485c-a3fe-df854c552fdb" providerId="ADAL" clId="{9A8B4455-0AA2-47B2-AC41-2D20ECF78631}" dt="2026-04-13T10:06:54.104" v="5343" actId="20577"/>
        <pc:sldMkLst>
          <pc:docMk/>
          <pc:sldMk cId="916908673" sldId="280"/>
        </pc:sldMkLst>
        <pc:spChg chg="mod">
          <ac:chgData name="Ed Schuster Bruce" userId="c42289d1-a3e5-485c-a3fe-df854c552fdb" providerId="ADAL" clId="{9A8B4455-0AA2-47B2-AC41-2D20ECF78631}" dt="2026-04-13T10:06:54.104" v="5343" actId="20577"/>
          <ac:spMkLst>
            <pc:docMk/>
            <pc:sldMk cId="916908673" sldId="280"/>
            <ac:spMk id="2" creationId="{6FCD2CEF-9C1E-73FB-4ECB-2AF4041CF115}"/>
          </ac:spMkLst>
        </pc:spChg>
        <pc:spChg chg="mod">
          <ac:chgData name="Ed Schuster Bruce" userId="c42289d1-a3e5-485c-a3fe-df854c552fdb" providerId="ADAL" clId="{9A8B4455-0AA2-47B2-AC41-2D20ECF78631}" dt="2026-04-13T10:06:39.196" v="5284" actId="5793"/>
          <ac:spMkLst>
            <pc:docMk/>
            <pc:sldMk cId="916908673" sldId="280"/>
            <ac:spMk id="3" creationId="{620804E2-91EA-7C7A-A212-0571D409163C}"/>
          </ac:spMkLst>
        </pc:spChg>
      </pc:sldChg>
      <pc:sldChg chg="modSp new mod">
        <pc:chgData name="Ed Schuster Bruce" userId="c42289d1-a3e5-485c-a3fe-df854c552fdb" providerId="ADAL" clId="{9A8B4455-0AA2-47B2-AC41-2D20ECF78631}" dt="2026-04-13T12:31:28.416" v="6746" actId="2710"/>
        <pc:sldMkLst>
          <pc:docMk/>
          <pc:sldMk cId="1924820731" sldId="281"/>
        </pc:sldMkLst>
        <pc:spChg chg="mod">
          <ac:chgData name="Ed Schuster Bruce" userId="c42289d1-a3e5-485c-a3fe-df854c552fdb" providerId="ADAL" clId="{9A8B4455-0AA2-47B2-AC41-2D20ECF78631}" dt="2026-04-13T10:08:53.723" v="5433" actId="20577"/>
          <ac:spMkLst>
            <pc:docMk/>
            <pc:sldMk cId="1924820731" sldId="281"/>
            <ac:spMk id="2" creationId="{2F48F694-A675-7A1B-EF42-1777B5AD5CF4}"/>
          </ac:spMkLst>
        </pc:spChg>
        <pc:spChg chg="mod">
          <ac:chgData name="Ed Schuster Bruce" userId="c42289d1-a3e5-485c-a3fe-df854c552fdb" providerId="ADAL" clId="{9A8B4455-0AA2-47B2-AC41-2D20ECF78631}" dt="2026-04-13T12:31:28.416" v="6746" actId="2710"/>
          <ac:spMkLst>
            <pc:docMk/>
            <pc:sldMk cId="1924820731" sldId="281"/>
            <ac:spMk id="3" creationId="{E43ABCDB-266D-FA2D-0597-4877C3C4309D}"/>
          </ac:spMkLst>
        </pc:spChg>
      </pc:sldChg>
      <pc:sldChg chg="modSp new mod">
        <pc:chgData name="Ed Schuster Bruce" userId="c42289d1-a3e5-485c-a3fe-df854c552fdb" providerId="ADAL" clId="{9A8B4455-0AA2-47B2-AC41-2D20ECF78631}" dt="2026-04-13T12:15:45.408" v="6020" actId="20577"/>
        <pc:sldMkLst>
          <pc:docMk/>
          <pc:sldMk cId="3534305087" sldId="282"/>
        </pc:sldMkLst>
      </pc:sldChg>
    </pc:docChg>
  </pc:docChgLst>
  <pc:docChgLst>
    <pc:chgData name="Andrew Seymour" userId="S::pp24256@bristol.ac.uk::24ecbd37-a641-49b2-9c88-311bafa3a1fd" providerId="AD" clId="Web-{746C17BB-2E47-A7AA-F615-E028861F00F3}"/>
    <pc:docChg chg="addSld modSld">
      <pc:chgData name="Andrew Seymour" userId="S::pp24256@bristol.ac.uk::24ecbd37-a641-49b2-9c88-311bafa3a1fd" providerId="AD" clId="Web-{746C17BB-2E47-A7AA-F615-E028861F00F3}" dt="2026-04-13T14:49:09.313" v="1123" actId="1076"/>
      <pc:docMkLst>
        <pc:docMk/>
      </pc:docMkLst>
      <pc:sldChg chg="addSp delSp modSp addAnim delAnim modAnim">
        <pc:chgData name="Andrew Seymour" userId="S::pp24256@bristol.ac.uk::24ecbd37-a641-49b2-9c88-311bafa3a1fd" providerId="AD" clId="Web-{746C17BB-2E47-A7AA-F615-E028861F00F3}" dt="2026-04-13T14:49:09.313" v="1123" actId="1076"/>
        <pc:sldMkLst>
          <pc:docMk/>
          <pc:sldMk cId="3534305087" sldId="282"/>
        </pc:sldMkLst>
        <pc:spChg chg="add mod">
          <ac:chgData name="Andrew Seymour" userId="S::pp24256@bristol.ac.uk::24ecbd37-a641-49b2-9c88-311bafa3a1fd" providerId="AD" clId="Web-{746C17BB-2E47-A7AA-F615-E028861F00F3}" dt="2026-04-13T13:17:26.721" v="35" actId="14100"/>
          <ac:spMkLst>
            <pc:docMk/>
            <pc:sldMk cId="3534305087" sldId="282"/>
            <ac:spMk id="5" creationId="{F0E06967-49D3-C383-28EE-99B49064C4D0}"/>
          </ac:spMkLst>
        </pc:spChg>
        <pc:spChg chg="add mod">
          <ac:chgData name="Andrew Seymour" userId="S::pp24256@bristol.ac.uk::24ecbd37-a641-49b2-9c88-311bafa3a1fd" providerId="AD" clId="Web-{746C17BB-2E47-A7AA-F615-E028861F00F3}" dt="2026-04-13T13:52:21.016" v="549" actId="20577"/>
          <ac:spMkLst>
            <pc:docMk/>
            <pc:sldMk cId="3534305087" sldId="282"/>
            <ac:spMk id="8" creationId="{D51843E6-37C1-11E8-4035-0F79B019263E}"/>
          </ac:spMkLst>
        </pc:spChg>
        <pc:spChg chg="add mod">
          <ac:chgData name="Andrew Seymour" userId="S::pp24256@bristol.ac.uk::24ecbd37-a641-49b2-9c88-311bafa3a1fd" providerId="AD" clId="Web-{746C17BB-2E47-A7AA-F615-E028861F00F3}" dt="2026-04-13T13:50:51.837" v="484" actId="20577"/>
          <ac:spMkLst>
            <pc:docMk/>
            <pc:sldMk cId="3534305087" sldId="282"/>
            <ac:spMk id="10" creationId="{DB11CAFB-EC90-831D-4554-AB8164CCDDF9}"/>
          </ac:spMkLst>
        </pc:spChg>
        <pc:spChg chg="add mod">
          <ac:chgData name="Andrew Seymour" userId="S::pp24256@bristol.ac.uk::24ecbd37-a641-49b2-9c88-311bafa3a1fd" providerId="AD" clId="Web-{746C17BB-2E47-A7AA-F615-E028861F00F3}" dt="2026-04-13T14:45:10.820" v="1084" actId="20577"/>
          <ac:spMkLst>
            <pc:docMk/>
            <pc:sldMk cId="3534305087" sldId="282"/>
            <ac:spMk id="16" creationId="{CDFD5141-F2ED-F0BE-4EE3-888987B09425}"/>
          </ac:spMkLst>
        </pc:spChg>
        <pc:spChg chg="add mod">
          <ac:chgData name="Andrew Seymour" userId="S::pp24256@bristol.ac.uk::24ecbd37-a641-49b2-9c88-311bafa3a1fd" providerId="AD" clId="Web-{746C17BB-2E47-A7AA-F615-E028861F00F3}" dt="2026-04-13T14:46:14.495" v="1096" actId="1076"/>
          <ac:spMkLst>
            <pc:docMk/>
            <pc:sldMk cId="3534305087" sldId="282"/>
            <ac:spMk id="20" creationId="{44D2629D-BBE2-3256-64D1-18F1D224E1AB}"/>
          </ac:spMkLst>
        </pc:spChg>
        <pc:spChg chg="add mod">
          <ac:chgData name="Andrew Seymour" userId="S::pp24256@bristol.ac.uk::24ecbd37-a641-49b2-9c88-311bafa3a1fd" providerId="AD" clId="Web-{746C17BB-2E47-A7AA-F615-E028861F00F3}" dt="2026-04-13T14:46:14.510" v="1097" actId="1076"/>
          <ac:spMkLst>
            <pc:docMk/>
            <pc:sldMk cId="3534305087" sldId="282"/>
            <ac:spMk id="21" creationId="{C808E74A-1A17-B3C4-6D14-353B39DE0AA5}"/>
          </ac:spMkLst>
        </pc:spChg>
        <pc:spChg chg="add mod">
          <ac:chgData name="Andrew Seymour" userId="S::pp24256@bristol.ac.uk::24ecbd37-a641-49b2-9c88-311bafa3a1fd" providerId="AD" clId="Web-{746C17BB-2E47-A7AA-F615-E028861F00F3}" dt="2026-04-13T14:47:48.108" v="1117" actId="20577"/>
          <ac:spMkLst>
            <pc:docMk/>
            <pc:sldMk cId="3534305087" sldId="282"/>
            <ac:spMk id="23" creationId="{E71AA451-9F0A-A1AF-C180-7B2A320B1ECC}"/>
          </ac:spMkLst>
        </pc:spChg>
        <pc:picChg chg="add mod">
          <ac:chgData name="Andrew Seymour" userId="S::pp24256@bristol.ac.uk::24ecbd37-a641-49b2-9c88-311bafa3a1fd" providerId="AD" clId="Web-{746C17BB-2E47-A7AA-F615-E028861F00F3}" dt="2026-04-13T14:46:14.464" v="1095" actId="1076"/>
          <ac:picMkLst>
            <pc:docMk/>
            <pc:sldMk cId="3534305087" sldId="282"/>
            <ac:picMk id="15" creationId="{732F5E2A-04BE-CD30-92C3-306E0B89DF06}"/>
          </ac:picMkLst>
        </pc:picChg>
        <pc:picChg chg="add mod">
          <ac:chgData name="Andrew Seymour" userId="S::pp24256@bristol.ac.uk::24ecbd37-a641-49b2-9c88-311bafa3a1fd" providerId="AD" clId="Web-{746C17BB-2E47-A7AA-F615-E028861F00F3}" dt="2026-04-13T14:04:55.680" v="607" actId="1076"/>
          <ac:picMkLst>
            <pc:docMk/>
            <pc:sldMk cId="3534305087" sldId="282"/>
            <ac:picMk id="19" creationId="{F08EA54E-24E4-BE4D-6A6D-9D268A501410}"/>
          </ac:picMkLst>
        </pc:picChg>
        <pc:picChg chg="add mod">
          <ac:chgData name="Andrew Seymour" userId="S::pp24256@bristol.ac.uk::24ecbd37-a641-49b2-9c88-311bafa3a1fd" providerId="AD" clId="Web-{746C17BB-2E47-A7AA-F615-E028861F00F3}" dt="2026-04-13T14:49:09.313" v="1123" actId="1076"/>
          <ac:picMkLst>
            <pc:docMk/>
            <pc:sldMk cId="3534305087" sldId="282"/>
            <ac:picMk id="24" creationId="{546A0CF2-5ADA-96A4-171B-739C4272928C}"/>
          </ac:picMkLst>
        </pc:picChg>
      </pc:sldChg>
      <pc:sldChg chg="addSp delSp modSp new">
        <pc:chgData name="Andrew Seymour" userId="S::pp24256@bristol.ac.uk::24ecbd37-a641-49b2-9c88-311bafa3a1fd" providerId="AD" clId="Web-{746C17BB-2E47-A7AA-F615-E028861F00F3}" dt="2026-04-13T13:32:04.279" v="83"/>
        <pc:sldMkLst>
          <pc:docMk/>
          <pc:sldMk cId="2638567684" sldId="286"/>
        </pc:sldMkLst>
        <pc:spChg chg="add mod">
          <ac:chgData name="Andrew Seymour" userId="S::pp24256@bristol.ac.uk::24ecbd37-a641-49b2-9c88-311bafa3a1fd" providerId="AD" clId="Web-{746C17BB-2E47-A7AA-F615-E028861F00F3}" dt="2026-04-13T13:31:49.357" v="81" actId="1076"/>
          <ac:spMkLst>
            <pc:docMk/>
            <pc:sldMk cId="2638567684" sldId="286"/>
            <ac:spMk id="4" creationId="{ED064F4B-DC88-C716-87CB-96D582994A94}"/>
          </ac:spMkLst>
        </pc:spChg>
      </pc:sldChg>
    </pc:docChg>
  </pc:docChgLst>
  <pc:docChgLst>
    <pc:chgData name="Lucas Buckley" userId="S::oq24361@bristol.ac.uk::eebbafdb-68f0-4a16-98f4-f51f26e98521" providerId="AD" clId="Web-{A85BAADD-4EA2-B3D2-5C18-76BCC8F0CED9}"/>
    <pc:docChg chg="modSld">
      <pc:chgData name="Lucas Buckley" userId="S::oq24361@bristol.ac.uk::eebbafdb-68f0-4a16-98f4-f51f26e98521" providerId="AD" clId="Web-{A85BAADD-4EA2-B3D2-5C18-76BCC8F0CED9}" dt="2026-04-13T14:36:29.335" v="392" actId="20577"/>
      <pc:docMkLst>
        <pc:docMk/>
      </pc:docMkLst>
      <pc:sldChg chg="modSp">
        <pc:chgData name="Lucas Buckley" userId="S::oq24361@bristol.ac.uk::eebbafdb-68f0-4a16-98f4-f51f26e98521" providerId="AD" clId="Web-{A85BAADD-4EA2-B3D2-5C18-76BCC8F0CED9}" dt="2026-04-13T14:36:29.335" v="392" actId="20577"/>
        <pc:sldMkLst>
          <pc:docMk/>
          <pc:sldMk cId="1390358288" sldId="274"/>
        </pc:sldMkLst>
        <pc:spChg chg="mod">
          <ac:chgData name="Lucas Buckley" userId="S::oq24361@bristol.ac.uk::eebbafdb-68f0-4a16-98f4-f51f26e98521" providerId="AD" clId="Web-{A85BAADD-4EA2-B3D2-5C18-76BCC8F0CED9}" dt="2026-04-13T14:36:29.335" v="392" actId="20577"/>
          <ac:spMkLst>
            <pc:docMk/>
            <pc:sldMk cId="1390358288" sldId="274"/>
            <ac:spMk id="3" creationId="{CA470841-EF9D-69F5-6A03-FE25ABCCF6B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ED64C0-D682-489D-88B8-4C5E3C41C7B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DAD73FB-7B7A-440A-83B3-4D08618354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Wave energy is a renewable energy source</a:t>
          </a:r>
        </a:p>
      </dgm:t>
    </dgm:pt>
    <dgm:pt modelId="{9908CCE6-195F-4FD8-88D5-E836601C17CC}" type="parTrans" cxnId="{6E3AED5E-BA0F-484A-AFC0-B150466CD1AC}">
      <dgm:prSet/>
      <dgm:spPr/>
      <dgm:t>
        <a:bodyPr/>
        <a:lstStyle/>
        <a:p>
          <a:endParaRPr lang="en-US"/>
        </a:p>
      </dgm:t>
    </dgm:pt>
    <dgm:pt modelId="{5007F55C-4D41-4B31-BAAB-6DF16C98402C}" type="sibTrans" cxnId="{6E3AED5E-BA0F-484A-AFC0-B150466CD1AC}">
      <dgm:prSet/>
      <dgm:spPr/>
      <dgm:t>
        <a:bodyPr/>
        <a:lstStyle/>
        <a:p>
          <a:endParaRPr lang="en-US"/>
        </a:p>
      </dgm:t>
    </dgm:pt>
    <dgm:pt modelId="{4FAB08B4-A2B5-42A3-9AF0-BCAB3DD6BB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Point absorbers convert wave motion into electricity</a:t>
          </a:r>
        </a:p>
      </dgm:t>
    </dgm:pt>
    <dgm:pt modelId="{77806253-567F-492C-A547-A0A24C3781BA}" type="parTrans" cxnId="{652E7008-501C-48CD-BD31-58DFB8DCCD02}">
      <dgm:prSet/>
      <dgm:spPr/>
      <dgm:t>
        <a:bodyPr/>
        <a:lstStyle/>
        <a:p>
          <a:endParaRPr lang="en-US"/>
        </a:p>
      </dgm:t>
    </dgm:pt>
    <dgm:pt modelId="{2E714303-B63C-4048-8892-4DC8E784998D}" type="sibTrans" cxnId="{652E7008-501C-48CD-BD31-58DFB8DCCD02}">
      <dgm:prSet/>
      <dgm:spPr/>
      <dgm:t>
        <a:bodyPr/>
        <a:lstStyle/>
        <a:p>
          <a:endParaRPr lang="en-US"/>
        </a:p>
      </dgm:t>
    </dgm:pt>
    <dgm:pt modelId="{2D37665E-0832-4640-82A3-88676C774A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maximise power extraction</a:t>
          </a:r>
        </a:p>
      </dgm:t>
    </dgm:pt>
    <dgm:pt modelId="{CDF49519-3392-4C21-9D97-6AD16A713735}" type="parTrans" cxnId="{F8A61770-B487-4660-8689-931CFC57615B}">
      <dgm:prSet/>
      <dgm:spPr/>
      <dgm:t>
        <a:bodyPr/>
        <a:lstStyle/>
        <a:p>
          <a:endParaRPr lang="en-US"/>
        </a:p>
      </dgm:t>
    </dgm:pt>
    <dgm:pt modelId="{9DA0D4C4-EB56-40CB-A8C6-D56041ABBAB2}" type="sibTrans" cxnId="{F8A61770-B487-4660-8689-931CFC57615B}">
      <dgm:prSet/>
      <dgm:spPr/>
      <dgm:t>
        <a:bodyPr/>
        <a:lstStyle/>
        <a:p>
          <a:endParaRPr lang="en-US"/>
        </a:p>
      </dgm:t>
    </dgm:pt>
    <dgm:pt modelId="{FC738DC8-217A-4625-AC58-1A88F6BC8704}" type="pres">
      <dgm:prSet presAssocID="{65ED64C0-D682-489D-88B8-4C5E3C41C7B8}" presName="root" presStyleCnt="0">
        <dgm:presLayoutVars>
          <dgm:dir/>
          <dgm:resizeHandles val="exact"/>
        </dgm:presLayoutVars>
      </dgm:prSet>
      <dgm:spPr/>
    </dgm:pt>
    <dgm:pt modelId="{68FFE5D0-FB95-4DCC-96FA-1AD9AFD3D706}" type="pres">
      <dgm:prSet presAssocID="{0DAD73FB-7B7A-440A-83B3-4D08618354D7}" presName="compNode" presStyleCnt="0"/>
      <dgm:spPr/>
    </dgm:pt>
    <dgm:pt modelId="{15623AA1-C2D3-49E4-9916-DC5AEE524E9A}" type="pres">
      <dgm:prSet presAssocID="{0DAD73FB-7B7A-440A-83B3-4D08618354D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4C60BD36-5E41-4454-99AC-8F775EC1D774}" type="pres">
      <dgm:prSet presAssocID="{0DAD73FB-7B7A-440A-83B3-4D08618354D7}" presName="spaceRect" presStyleCnt="0"/>
      <dgm:spPr/>
    </dgm:pt>
    <dgm:pt modelId="{0E84C71E-D582-40F1-ABB2-44DBDA25D422}" type="pres">
      <dgm:prSet presAssocID="{0DAD73FB-7B7A-440A-83B3-4D08618354D7}" presName="textRect" presStyleLbl="revTx" presStyleIdx="0" presStyleCnt="3">
        <dgm:presLayoutVars>
          <dgm:chMax val="1"/>
          <dgm:chPref val="1"/>
        </dgm:presLayoutVars>
      </dgm:prSet>
      <dgm:spPr/>
    </dgm:pt>
    <dgm:pt modelId="{B06A7EDB-5D25-43AB-B323-F11E154020BD}" type="pres">
      <dgm:prSet presAssocID="{5007F55C-4D41-4B31-BAAB-6DF16C98402C}" presName="sibTrans" presStyleCnt="0"/>
      <dgm:spPr/>
    </dgm:pt>
    <dgm:pt modelId="{20835792-7B56-4917-BAE8-B22896FABDA0}" type="pres">
      <dgm:prSet presAssocID="{4FAB08B4-A2B5-42A3-9AF0-BCAB3DD6BBC3}" presName="compNode" presStyleCnt="0"/>
      <dgm:spPr/>
    </dgm:pt>
    <dgm:pt modelId="{8B7EEFC6-389B-494F-A87D-0EA0884D215E}" type="pres">
      <dgm:prSet presAssocID="{4FAB08B4-A2B5-42A3-9AF0-BCAB3DD6BBC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AD66D55F-D5AA-4DBF-A651-1CD34518346F}" type="pres">
      <dgm:prSet presAssocID="{4FAB08B4-A2B5-42A3-9AF0-BCAB3DD6BBC3}" presName="spaceRect" presStyleCnt="0"/>
      <dgm:spPr/>
    </dgm:pt>
    <dgm:pt modelId="{1F06EFA1-D441-4E6B-B9A2-B7E327E18A35}" type="pres">
      <dgm:prSet presAssocID="{4FAB08B4-A2B5-42A3-9AF0-BCAB3DD6BBC3}" presName="textRect" presStyleLbl="revTx" presStyleIdx="1" presStyleCnt="3">
        <dgm:presLayoutVars>
          <dgm:chMax val="1"/>
          <dgm:chPref val="1"/>
        </dgm:presLayoutVars>
      </dgm:prSet>
      <dgm:spPr/>
    </dgm:pt>
    <dgm:pt modelId="{3E785E4C-E547-4625-B886-42DD96C4298C}" type="pres">
      <dgm:prSet presAssocID="{2E714303-B63C-4048-8892-4DC8E784998D}" presName="sibTrans" presStyleCnt="0"/>
      <dgm:spPr/>
    </dgm:pt>
    <dgm:pt modelId="{EE79EFE0-69BA-4496-B4C3-0E2FEEC76584}" type="pres">
      <dgm:prSet presAssocID="{2D37665E-0832-4640-82A3-88676C774A17}" presName="compNode" presStyleCnt="0"/>
      <dgm:spPr/>
    </dgm:pt>
    <dgm:pt modelId="{EC3B2A4B-87F7-4492-BD0E-9CF56885BC16}" type="pres">
      <dgm:prSet presAssocID="{2D37665E-0832-4640-82A3-88676C774A1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004287C-C44E-4C1A-B5CC-BA2E1E2A384B}" type="pres">
      <dgm:prSet presAssocID="{2D37665E-0832-4640-82A3-88676C774A17}" presName="spaceRect" presStyleCnt="0"/>
      <dgm:spPr/>
    </dgm:pt>
    <dgm:pt modelId="{0155CC82-E0E3-468B-B6E1-575B0D96137F}" type="pres">
      <dgm:prSet presAssocID="{2D37665E-0832-4640-82A3-88676C774A1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2E7008-501C-48CD-BD31-58DFB8DCCD02}" srcId="{65ED64C0-D682-489D-88B8-4C5E3C41C7B8}" destId="{4FAB08B4-A2B5-42A3-9AF0-BCAB3DD6BBC3}" srcOrd="1" destOrd="0" parTransId="{77806253-567F-492C-A547-A0A24C3781BA}" sibTransId="{2E714303-B63C-4048-8892-4DC8E784998D}"/>
    <dgm:cxn modelId="{C8052610-C6FC-AC4C-BF28-64D5EA796B31}" type="presOf" srcId="{0DAD73FB-7B7A-440A-83B3-4D08618354D7}" destId="{0E84C71E-D582-40F1-ABB2-44DBDA25D422}" srcOrd="0" destOrd="0" presId="urn:microsoft.com/office/officeart/2018/2/layout/IconLabelList"/>
    <dgm:cxn modelId="{6E3AED5E-BA0F-484A-AFC0-B150466CD1AC}" srcId="{65ED64C0-D682-489D-88B8-4C5E3C41C7B8}" destId="{0DAD73FB-7B7A-440A-83B3-4D08618354D7}" srcOrd="0" destOrd="0" parTransId="{9908CCE6-195F-4FD8-88D5-E836601C17CC}" sibTransId="{5007F55C-4D41-4B31-BAAB-6DF16C98402C}"/>
    <dgm:cxn modelId="{F8A61770-B487-4660-8689-931CFC57615B}" srcId="{65ED64C0-D682-489D-88B8-4C5E3C41C7B8}" destId="{2D37665E-0832-4640-82A3-88676C774A17}" srcOrd="2" destOrd="0" parTransId="{CDF49519-3392-4C21-9D97-6AD16A713735}" sibTransId="{9DA0D4C4-EB56-40CB-A8C6-D56041ABBAB2}"/>
    <dgm:cxn modelId="{4693E8A3-886C-2E4E-B00D-E4D9931961CA}" type="presOf" srcId="{2D37665E-0832-4640-82A3-88676C774A17}" destId="{0155CC82-E0E3-468B-B6E1-575B0D96137F}" srcOrd="0" destOrd="0" presId="urn:microsoft.com/office/officeart/2018/2/layout/IconLabelList"/>
    <dgm:cxn modelId="{D82782AB-B026-D445-B743-2122E2BBDFCE}" type="presOf" srcId="{65ED64C0-D682-489D-88B8-4C5E3C41C7B8}" destId="{FC738DC8-217A-4625-AC58-1A88F6BC8704}" srcOrd="0" destOrd="0" presId="urn:microsoft.com/office/officeart/2018/2/layout/IconLabelList"/>
    <dgm:cxn modelId="{BF5695D7-5093-614A-B59F-3B8EBB859550}" type="presOf" srcId="{4FAB08B4-A2B5-42A3-9AF0-BCAB3DD6BBC3}" destId="{1F06EFA1-D441-4E6B-B9A2-B7E327E18A35}" srcOrd="0" destOrd="0" presId="urn:microsoft.com/office/officeart/2018/2/layout/IconLabelList"/>
    <dgm:cxn modelId="{83B69E3F-B170-6A49-AD13-558C3CAC31D4}" type="presParOf" srcId="{FC738DC8-217A-4625-AC58-1A88F6BC8704}" destId="{68FFE5D0-FB95-4DCC-96FA-1AD9AFD3D706}" srcOrd="0" destOrd="0" presId="urn:microsoft.com/office/officeart/2018/2/layout/IconLabelList"/>
    <dgm:cxn modelId="{6CA1D085-9620-464C-93D0-3C3A279133F1}" type="presParOf" srcId="{68FFE5D0-FB95-4DCC-96FA-1AD9AFD3D706}" destId="{15623AA1-C2D3-49E4-9916-DC5AEE524E9A}" srcOrd="0" destOrd="0" presId="urn:microsoft.com/office/officeart/2018/2/layout/IconLabelList"/>
    <dgm:cxn modelId="{5A616075-B8E5-EF48-9391-B065DBEE3767}" type="presParOf" srcId="{68FFE5D0-FB95-4DCC-96FA-1AD9AFD3D706}" destId="{4C60BD36-5E41-4454-99AC-8F775EC1D774}" srcOrd="1" destOrd="0" presId="urn:microsoft.com/office/officeart/2018/2/layout/IconLabelList"/>
    <dgm:cxn modelId="{3D81F637-F976-6748-AA1B-650A391C1FB9}" type="presParOf" srcId="{68FFE5D0-FB95-4DCC-96FA-1AD9AFD3D706}" destId="{0E84C71E-D582-40F1-ABB2-44DBDA25D422}" srcOrd="2" destOrd="0" presId="urn:microsoft.com/office/officeart/2018/2/layout/IconLabelList"/>
    <dgm:cxn modelId="{0472EA65-FFEA-BA41-A8FC-78C545E452CA}" type="presParOf" srcId="{FC738DC8-217A-4625-AC58-1A88F6BC8704}" destId="{B06A7EDB-5D25-43AB-B323-F11E154020BD}" srcOrd="1" destOrd="0" presId="urn:microsoft.com/office/officeart/2018/2/layout/IconLabelList"/>
    <dgm:cxn modelId="{40738BF6-296D-6A4C-A2DD-EB490E86C86B}" type="presParOf" srcId="{FC738DC8-217A-4625-AC58-1A88F6BC8704}" destId="{20835792-7B56-4917-BAE8-B22896FABDA0}" srcOrd="2" destOrd="0" presId="urn:microsoft.com/office/officeart/2018/2/layout/IconLabelList"/>
    <dgm:cxn modelId="{C4636BD8-464B-7647-8CC4-ABB3222A561D}" type="presParOf" srcId="{20835792-7B56-4917-BAE8-B22896FABDA0}" destId="{8B7EEFC6-389B-494F-A87D-0EA0884D215E}" srcOrd="0" destOrd="0" presId="urn:microsoft.com/office/officeart/2018/2/layout/IconLabelList"/>
    <dgm:cxn modelId="{7E105E86-E224-F645-8F5B-1DBC9B9CA252}" type="presParOf" srcId="{20835792-7B56-4917-BAE8-B22896FABDA0}" destId="{AD66D55F-D5AA-4DBF-A651-1CD34518346F}" srcOrd="1" destOrd="0" presId="urn:microsoft.com/office/officeart/2018/2/layout/IconLabelList"/>
    <dgm:cxn modelId="{0747C1E3-168E-064B-88D3-C395B6796490}" type="presParOf" srcId="{20835792-7B56-4917-BAE8-B22896FABDA0}" destId="{1F06EFA1-D441-4E6B-B9A2-B7E327E18A35}" srcOrd="2" destOrd="0" presId="urn:microsoft.com/office/officeart/2018/2/layout/IconLabelList"/>
    <dgm:cxn modelId="{2D9478BC-6303-AE47-8FA9-B6723CFA79A3}" type="presParOf" srcId="{FC738DC8-217A-4625-AC58-1A88F6BC8704}" destId="{3E785E4C-E547-4625-B886-42DD96C4298C}" srcOrd="3" destOrd="0" presId="urn:microsoft.com/office/officeart/2018/2/layout/IconLabelList"/>
    <dgm:cxn modelId="{D76AD724-C727-6143-BC5D-76CBF9B18B19}" type="presParOf" srcId="{FC738DC8-217A-4625-AC58-1A88F6BC8704}" destId="{EE79EFE0-69BA-4496-B4C3-0E2FEEC76584}" srcOrd="4" destOrd="0" presId="urn:microsoft.com/office/officeart/2018/2/layout/IconLabelList"/>
    <dgm:cxn modelId="{27A89FDB-C93A-D744-9D00-DE0BC6A4FF79}" type="presParOf" srcId="{EE79EFE0-69BA-4496-B4C3-0E2FEEC76584}" destId="{EC3B2A4B-87F7-4492-BD0E-9CF56885BC16}" srcOrd="0" destOrd="0" presId="urn:microsoft.com/office/officeart/2018/2/layout/IconLabelList"/>
    <dgm:cxn modelId="{4EE0D80A-A23B-1848-8130-BF2012F6CDB7}" type="presParOf" srcId="{EE79EFE0-69BA-4496-B4C3-0E2FEEC76584}" destId="{0004287C-C44E-4C1A-B5CC-BA2E1E2A384B}" srcOrd="1" destOrd="0" presId="urn:microsoft.com/office/officeart/2018/2/layout/IconLabelList"/>
    <dgm:cxn modelId="{C96F9263-D460-424A-8C9A-43D99C7DB712}" type="presParOf" srcId="{EE79EFE0-69BA-4496-B4C3-0E2FEEC76584}" destId="{0155CC82-E0E3-468B-B6E1-575B0D96137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23AA1-C2D3-49E4-9916-DC5AEE524E9A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4C71E-D582-40F1-ABB2-44DBDA25D422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Wave energy is a renewable energy source</a:t>
          </a:r>
        </a:p>
      </dsp:txBody>
      <dsp:txXfrm>
        <a:off x="417971" y="2644140"/>
        <a:ext cx="2889450" cy="720000"/>
      </dsp:txXfrm>
    </dsp:sp>
    <dsp:sp modelId="{8B7EEFC6-389B-494F-A87D-0EA0884D215E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06EFA1-D441-4E6B-B9A2-B7E327E18A35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Point absorbers convert wave motion into electricity</a:t>
          </a:r>
        </a:p>
      </dsp:txBody>
      <dsp:txXfrm>
        <a:off x="3813075" y="2644140"/>
        <a:ext cx="2889450" cy="720000"/>
      </dsp:txXfrm>
    </dsp:sp>
    <dsp:sp modelId="{EC3B2A4B-87F7-4492-BD0E-9CF56885BC16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5CC82-E0E3-468B-B6E1-575B0D96137F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Goal: maximise power extraction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829D5-7707-BB41-8706-F6EFD417B23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0EDDE-5A22-6C46-8484-64ED18943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4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0EDDE-5A22-6C46-8484-64ED18943D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0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Frequency of __ used to compare the power output of a cylinder buoy with 3 fixed control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0EDDE-5A22-6C46-8484-64ED18943D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48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80406-EE79-4ADC-8269-F7B315C9A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7D8F7-8EB0-04A0-F698-D131BF563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0C282-386A-DD9B-0AAD-11D3465B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BB256-2F46-9CF7-CA56-1F49BF7C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49AFC-21CE-D8CE-4B8D-7DD8C7CB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6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948D-655F-64A5-D839-CA767DDB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76706-9CF9-4B52-3BBA-0D9FAA246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EC238-EEBF-849A-B212-48597B9E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EC22C-4337-27D8-01B8-36103CE8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362CC-BC1A-8AE1-7E90-ACCA09F9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3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AF2C-965F-3F2A-BE0A-91B9B666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8FA70-172B-6C0D-77F6-17640C63C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3A8F4-CB1C-0EC3-69A9-416AAE2C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B058D-DB16-0757-20ED-67DB6888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38F1-E881-2253-31A0-541BD5AE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3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A620-B30D-AB02-0152-B72A8112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961E7-B305-0BAC-5B06-219323FC1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CE252-81EE-8DA1-850D-DA61F80D9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52CFD-C518-06A4-0B92-896628341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B70E7-722D-7533-78B2-B83A5617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1DB51-B35D-17C5-ED1E-46FB6DC3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3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8CD8-D8D2-26C5-DBEB-4C43B26C1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ABE5B-AF56-B91D-7F67-188541FE9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87057-31A9-2808-09F1-AE7D9409D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1700DA-5C4A-5354-3C62-1F2E10B46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B0E5F-3614-E48D-7F2B-2BFEA1FD4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716A1-80E5-F995-3F36-CA9BDB9F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E3A72-511F-C40A-340F-61E7722E1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0B8CE-E50C-FC62-C4B5-13C6DDEF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C037-CD20-27A6-D641-6CE8F034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8B9510-4A40-FED9-1EDB-51226E59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D3F7A-E2EF-06F0-E426-34C2DA84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1A11F-282C-27C7-97FB-E464C815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9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C4A7E-5FEA-667C-87D1-CBB813A7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95BEA-DDC3-DCE6-20FC-E6C61708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3F02A-6ED5-F083-61EC-2F4A6FBF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5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0750-FC07-7F72-20E0-AD324452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4C40E-3CC7-28BF-C62C-51F02C7C4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4AF98-4FFB-6E9E-234F-63977D0B8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100AD-2899-C425-E3F1-30DCE4A3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CCDB7-BC33-7980-B51A-E88DB18F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A2819-CA51-C48E-BC95-180591AD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11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179A9-2D7D-EAF9-485C-DC32CC02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52B9D-F2AB-F215-1E5E-2D90C5FD9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C96D6-E97A-4848-06AC-85CF092F8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0E51A-E24E-91B5-89D0-EAA7BAC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453E1-9047-D151-5B7E-53B2ACC60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6A499-5FE3-0B6D-8830-FE54746C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8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9BD3-6E40-BAE5-4535-358820EB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ABF06-C1E8-79F7-0906-79FCDBAC1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8707B-3323-AFAF-5E96-FD4382B6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05F60-780F-F399-2306-4A6522ED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79D01-9DEA-8B69-4EF3-D9E6720D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2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BEF57-A3EC-C952-405B-B07861101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E5C0E-7689-6B33-EF41-901428F69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9ED3E-A94B-1839-5C9C-6AC60C91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17621-FA66-CEE9-FB80-250AEAC6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8B292-716A-729B-0666-EBF98AF0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9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22C0BA-2929-ACEC-89BA-B6761AC7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F4BF7-9A86-EA25-FAEE-265C8AB25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410B1-9301-A907-D0AE-077A65DCA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DDCE8-5294-F99D-0AD5-93D0DCE0E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2BB3C-FFE7-8EA4-9D75-6C5E14221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8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E1EBF3"/>
            </a:gs>
            <a:gs pos="58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Wave Energy Converter Control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Point Absorber Buoy Model</a:t>
            </a:r>
          </a:p>
          <a:p>
            <a:r>
              <a:rPr lang="en-GB"/>
              <a:t>Group 15</a:t>
            </a:r>
          </a:p>
          <a:p>
            <a:r>
              <a:rPr lang="en-GB"/>
              <a:t>Wave Energy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E1EBF3"/>
            </a:gs>
            <a:gs pos="58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Problem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A69008-4E8A-DA04-EA9B-385EF1C0B0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1370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Heave motion (vertical oscillation)</a:t>
            </a:r>
          </a:p>
          <a:p>
            <a:r>
              <a:t>Forces: excitation, buoyancy, radiation damping</a:t>
            </a:r>
          </a:p>
          <a:p>
            <a:r>
              <a:t>Power Take-Off (PTO) acts as controllable damping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Comparable </a:t>
            </a:r>
            <a:r>
              <a:t>Mathematical Model</a:t>
            </a:r>
            <a:r>
              <a:rPr lang="en-GB"/>
              <a:t>ling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Modelled as a forced damped oscillator</a:t>
            </a:r>
          </a:p>
          <a:p>
            <a:r>
              <a:t>Includes added mass and hydrostatic stiffness</a:t>
            </a:r>
          </a:p>
          <a:p>
            <a:r>
              <a:t>Cummins equation introduces memory effects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AC2E-D5A4-E351-1066-B4F82498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Finding resonant mass of buoy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244909-EFB2-E390-DF7C-016465B37D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/>
                  <a:t>Point absorber is designed such that heave amplitude and energy capture is maximised</a:t>
                </a:r>
              </a:p>
              <a:p>
                <a:r>
                  <a:rPr lang="en-GB"/>
                  <a:t>This occurs when the buoy is oscillating in resonance with incoming waves</a:t>
                </a:r>
              </a:p>
              <a:p>
                <a:r>
                  <a:rPr lang="en-GB"/>
                  <a:t>Heave amplitude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 dirty="0" err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GB"/>
                  <a:t> where 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𝑔𝐴</m:t>
                        </m:r>
                      </m:den>
                    </m:f>
                  </m:oMath>
                </a14:m>
                <a:r>
                  <a:rPr lang="en-GB"/>
                  <a:t>  [REF:OCEAN WIKI]</a:t>
                </a:r>
              </a:p>
              <a:p>
                <a:r>
                  <a:rPr lang="en-GB"/>
                  <a:t>Target wave frequency is f = 0.25 </a:t>
                </a:r>
                <a:r>
                  <a:rPr lang="en-GB" err="1"/>
                  <a:t>hz</a:t>
                </a:r>
                <a:endParaRPr lang="en-GB"/>
              </a:p>
              <a:p>
                <a:endParaRPr lang="en-GB"/>
              </a:p>
              <a:p>
                <a:endParaRPr lang="en-GB"/>
              </a:p>
              <a:p>
                <a:endParaRPr lang="en-GB"/>
              </a:p>
              <a:p>
                <a:endParaRPr lang="en-GB"/>
              </a:p>
              <a:p>
                <a:endParaRPr lang="en-GB"/>
              </a:p>
              <a:p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244909-EFB2-E390-DF7C-016465B37D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20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Hydrodynamic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err="1"/>
              <a:t>Capytaine</a:t>
            </a:r>
            <a:r>
              <a:rPr lang="en-GB"/>
              <a:t> BEM solver used</a:t>
            </a:r>
          </a:p>
          <a:p>
            <a:r>
              <a:rPr lang="en-GB"/>
              <a:t>Computes added mass and damping</a:t>
            </a:r>
          </a:p>
          <a:p>
            <a:r>
              <a:rPr lang="en-GB"/>
              <a:t>Provides excitation forces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Modelling</a:t>
            </a:r>
            <a:r>
              <a:rPr lang="en-GB"/>
              <a:t> Sea States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waves are irregular</a:t>
            </a:r>
          </a:p>
          <a:p>
            <a:r>
              <a:t>JONSWAP spectrum used</a:t>
            </a:r>
          </a:p>
          <a:p>
            <a:r>
              <a:t>Multiple frequencies with random phases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ECB5-292C-0FAC-BE94-DB7EA28D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Control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648E-2CC6-5C90-6D7F-7B4C6B84C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Fixed controls</a:t>
            </a:r>
          </a:p>
          <a:p>
            <a:r>
              <a:rPr lang="en-GB"/>
              <a:t>Passive Damping</a:t>
            </a:r>
          </a:p>
          <a:p>
            <a:r>
              <a:rPr lang="en-GB"/>
              <a:t>Predictive Damping</a:t>
            </a:r>
          </a:p>
          <a:p>
            <a:r>
              <a:rPr lang="en-GB"/>
              <a:t>Latch Control</a:t>
            </a:r>
          </a:p>
          <a:p>
            <a:r>
              <a:rPr lang="en-GB"/>
              <a:t>RL Control</a:t>
            </a:r>
          </a:p>
        </p:txBody>
      </p:sp>
    </p:spTree>
    <p:extLst>
      <p:ext uri="{BB962C8B-B14F-4D97-AF65-F5344CB8AC3E}">
        <p14:creationId xmlns:p14="http://schemas.microsoft.com/office/powerpoint/2010/main" val="1816702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875A-E3A2-19F7-F16F-24C2AB83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3097"/>
          </a:xfrm>
        </p:spPr>
        <p:txBody>
          <a:bodyPr/>
          <a:lstStyle/>
          <a:p>
            <a:r>
              <a:rPr lang="en-GB"/>
              <a:t>Fixed Controls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C204E-F5D6-0C39-43C7-D92A65662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609" y="1292001"/>
            <a:ext cx="3419475" cy="817959"/>
          </a:xfrm>
        </p:spPr>
        <p:txBody>
          <a:bodyPr/>
          <a:lstStyle/>
          <a:p>
            <a:r>
              <a:rPr lang="en-GB"/>
              <a:t>Coulomb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7F24D-CDB9-F700-E7E1-F9FA956E9D8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15609" y="2109960"/>
                <a:ext cx="3437334" cy="368458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𝑃𝑇𝑂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/>
              </a:p>
              <a:p>
                <a:r>
                  <a:rPr lang="en-US" sz="2000"/>
                  <a:t>Absorbs kinetic energy with sliding friction</a:t>
                </a:r>
              </a:p>
              <a:p>
                <a:r>
                  <a:rPr lang="en-US" sz="2000"/>
                  <a:t>Force magnitude is constant. Only direction switches with velocity.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7F24D-CDB9-F700-E7E1-F9FA956E9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15609" y="2109960"/>
                <a:ext cx="3437334" cy="3684588"/>
              </a:xfrm>
              <a:blipFill>
                <a:blip r:embed="rId3"/>
                <a:stretch>
                  <a:fillRect l="-1596" t="-165" r="-1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8985922-472D-B16A-7835-A1E728AFC3E8}"/>
              </a:ext>
            </a:extLst>
          </p:cNvPr>
          <p:cNvSpPr txBox="1">
            <a:spLocks/>
          </p:cNvSpPr>
          <p:nvPr/>
        </p:nvSpPr>
        <p:spPr>
          <a:xfrm>
            <a:off x="4261290" y="1289620"/>
            <a:ext cx="3419475" cy="8179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Displacement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306D060-8843-8859-9D15-CA50FFDA67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61290" y="2107579"/>
                <a:ext cx="3437334" cy="368458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𝑃𝑇𝑂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𝑃𝑇𝑂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·</m:t>
                      </m:r>
                      <m:acc>
                        <m:accPr>
                          <m:chr m:val="̇"/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GB"/>
              </a:p>
              <a:p>
                <a:r>
                  <a:rPr lang="en-GB" sz="2000"/>
                  <a:t>PTO force is proportional to the displacement of the buoy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306D060-8843-8859-9D15-CA50FFDA6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290" y="2107579"/>
                <a:ext cx="3437334" cy="3684588"/>
              </a:xfrm>
              <a:prstGeom prst="rect">
                <a:avLst/>
              </a:prstGeom>
              <a:blipFill>
                <a:blip r:embed="rId4"/>
                <a:stretch>
                  <a:fillRect l="-1596" t="-166" r="-1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937B966B-77AE-B788-C527-146DBD98B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8650" y="2212617"/>
                <a:ext cx="3437334" cy="357954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𝑃𝑇𝑂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𝑃𝑇𝑂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·</m:t>
                      </m:r>
                      <m:acc>
                        <m:accPr>
                          <m:chr m:val="̇"/>
                          <m:ctrlPr>
                            <a:rPr lang="el-G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  <a:p>
                <a:r>
                  <a:rPr lang="en-GB" sz="2000"/>
                  <a:t>Velocity component is added to displacement</a:t>
                </a:r>
              </a:p>
              <a:p>
                <a:r>
                  <a:rPr lang="en-GB" sz="2000"/>
                  <a:t>Brings buoy closer to resonance</a:t>
                </a:r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937B966B-77AE-B788-C527-146DBD98B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650" y="2212617"/>
                <a:ext cx="3437334" cy="3579549"/>
              </a:xfrm>
              <a:prstGeom prst="rect">
                <a:avLst/>
              </a:prstGeom>
              <a:blipFill>
                <a:blip r:embed="rId5"/>
                <a:stretch>
                  <a:fillRect l="-1596" r="-2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256D2AB-7736-2765-FD19-892AE06456E0}"/>
              </a:ext>
            </a:extLst>
          </p:cNvPr>
          <p:cNvSpPr txBox="1">
            <a:spLocks/>
          </p:cNvSpPr>
          <p:nvPr/>
        </p:nvSpPr>
        <p:spPr>
          <a:xfrm>
            <a:off x="7910556" y="1295572"/>
            <a:ext cx="3419475" cy="8179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Velocity</a:t>
            </a:r>
          </a:p>
        </p:txBody>
      </p:sp>
    </p:spTree>
    <p:extLst>
      <p:ext uri="{BB962C8B-B14F-4D97-AF65-F5344CB8AC3E}">
        <p14:creationId xmlns:p14="http://schemas.microsoft.com/office/powerpoint/2010/main" val="2286299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0DE7-21BA-4CE9-1242-89875301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Prerequisite for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711827-53E6-D470-9DB2-DD5BC63D6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/>
                  <a:t>Kalman Filter</a:t>
                </a:r>
              </a:p>
              <a:p>
                <a:r>
                  <a:rPr lang="en-GB"/>
                  <a:t>Autoregressive Model </a:t>
                </a:r>
              </a:p>
              <a:p>
                <a:r>
                  <a:rPr lang="en-GB"/>
                  <a:t>Prony’s Method</a:t>
                </a:r>
              </a:p>
              <a:p>
                <a14:m>
                  <m:oMath xmlns:m="http://schemas.openxmlformats.org/officeDocument/2006/math">
                    <a:fld id="{825F15A7-03F4-43D7-82C5-3E23DA2F108C}" type="mathplaceholder">
                      <a:rPr lang="en-GB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endParaRPr lang="en-GB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711827-53E6-D470-9DB2-DD5BC63D6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967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11F3-AF95-B70D-0B83-93619F437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Passive Damping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E862-163B-64B7-DEA0-D7B9B279B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What it is?</a:t>
            </a:r>
          </a:p>
          <a:p>
            <a:r>
              <a:rPr lang="en-GB"/>
              <a:t>Analytical tuning</a:t>
            </a:r>
          </a:p>
          <a:p>
            <a:r>
              <a:rPr lang="en-GB"/>
              <a:t>Grid search tuning</a:t>
            </a:r>
          </a:p>
          <a:p>
            <a:r>
              <a:rPr lang="en-GB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40379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610B0-5834-75E7-1806-5749FE24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Latching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64A4-2AD2-8026-4B1C-E389C8A60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What it is?</a:t>
            </a:r>
          </a:p>
          <a:p>
            <a:r>
              <a:rPr lang="en-GB"/>
              <a:t>Aim to keep excitation force and buoy in phase.</a:t>
            </a:r>
          </a:p>
          <a:p>
            <a:r>
              <a:rPr lang="en-GB"/>
              <a:t>Results.</a:t>
            </a:r>
          </a:p>
          <a:p>
            <a:r>
              <a:rPr lang="en-GB"/>
              <a:t>Comparison via Optimal Command Theory</a:t>
            </a:r>
          </a:p>
          <a:p>
            <a:r>
              <a:rPr lang="en-GB"/>
              <a:t>How Optimal Command Theory can be used with neural networks to be used as a real-time control</a:t>
            </a:r>
          </a:p>
        </p:txBody>
      </p:sp>
    </p:spTree>
    <p:extLst>
      <p:ext uri="{BB962C8B-B14F-4D97-AF65-F5344CB8AC3E}">
        <p14:creationId xmlns:p14="http://schemas.microsoft.com/office/powerpoint/2010/main" val="2769188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AB52-1A06-C430-084D-A7900A9D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Model Predictive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70841-EF9D-69F5-6A03-FE25ABCCF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MPC is a control strategy which involves predicting behaviour over a time horizon and then optimising the control to maximise the power output.</a:t>
            </a:r>
          </a:p>
          <a:p>
            <a:r>
              <a:rPr lang="en-GB"/>
              <a:t>Kalman Filter Implementation</a:t>
            </a:r>
          </a:p>
          <a:p>
            <a:endParaRPr lang="en-GB"/>
          </a:p>
          <a:p>
            <a:r>
              <a:rPr lang="en-GB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390358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064F4B-DC88-C716-87CB-96D582994A94}"/>
              </a:ext>
            </a:extLst>
          </p:cNvPr>
          <p:cNvSpPr txBox="1"/>
          <p:nvPr/>
        </p:nvSpPr>
        <p:spPr>
          <a:xfrm>
            <a:off x="842228" y="361366"/>
            <a:ext cx="401752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/>
              <a:t>The latch state is determined from a Hamiltonian, </a:t>
            </a:r>
            <a:r>
              <a:rPr lang="en-GB" sz="2400">
                <a:latin typeface="Cambria Math"/>
                <a:ea typeface="Cambria Math"/>
              </a:rPr>
              <a:t>H</a:t>
            </a:r>
            <a:r>
              <a:rPr lang="en-GB" sz="2400"/>
              <a:t>. </a:t>
            </a:r>
            <a:endParaRPr lang="en-US" sz="2400"/>
          </a:p>
          <a:p>
            <a:r>
              <a:rPr lang="en-GB" sz="2400">
                <a:latin typeface="Cambria Math"/>
                <a:ea typeface="Cambria Math"/>
              </a:rPr>
              <a:t>H</a:t>
            </a:r>
            <a:r>
              <a:rPr lang="en-GB" sz="2400"/>
              <a:t> can be thought of as an instantaneous score, measuring both the power currently being captured, and how current trajectory is affecting future energy capture.</a:t>
            </a:r>
          </a:p>
          <a:p>
            <a:pPr algn="l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638567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improves performance</a:t>
            </a:r>
          </a:p>
          <a:p>
            <a:r>
              <a:t>Requires sensing and timing</a:t>
            </a:r>
          </a:p>
          <a:p>
            <a:r>
              <a:t>Sensitive to wave conditions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successfully developed</a:t>
            </a:r>
          </a:p>
          <a:p>
            <a:r>
              <a:t>Realistic sea conditions simulated</a:t>
            </a:r>
          </a:p>
          <a:p>
            <a:r>
              <a:t>Latching improves energy capture</a:t>
            </a:r>
          </a:p>
          <a:p>
            <a:r>
              <a:t>Control strategy is critical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 to multi-degree motion</a:t>
            </a:r>
          </a:p>
          <a:p>
            <a:r>
              <a:t>Nonlinear modelling</a:t>
            </a:r>
          </a:p>
          <a:p>
            <a:r>
              <a:rPr lang="en-GB"/>
              <a:t>Further </a:t>
            </a:r>
            <a:r>
              <a:t>Adaptive control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Wave Energy Converter Control Strategies</vt:lpstr>
      <vt:lpstr>Problem Overview</vt:lpstr>
      <vt:lpstr>Physical System</vt:lpstr>
      <vt:lpstr>Comparable Mathematical Modelling</vt:lpstr>
      <vt:lpstr>Finding resonant mass of buoy</vt:lpstr>
      <vt:lpstr>Hydrodynamic Model</vt:lpstr>
      <vt:lpstr>Modelling Sea States</vt:lpstr>
      <vt:lpstr>Control Strategies</vt:lpstr>
      <vt:lpstr>Fixed Controls</vt:lpstr>
      <vt:lpstr>Prerequisite for Control</vt:lpstr>
      <vt:lpstr>Passive Damping</vt:lpstr>
      <vt:lpstr>Latching Control</vt:lpstr>
      <vt:lpstr>Model Predictive Control</vt:lpstr>
      <vt:lpstr>PowerPoint Presentation</vt:lpstr>
      <vt:lpstr>Discussion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edward schuster-bruce</dc:creator>
  <cp:keywords/>
  <dc:description>generated using python-pptx</dc:description>
  <cp:revision>1</cp:revision>
  <dcterms:created xsi:type="dcterms:W3CDTF">2013-01-27T09:14:16Z</dcterms:created>
  <dcterms:modified xsi:type="dcterms:W3CDTF">2026-04-15T13:13:29Z</dcterms:modified>
  <cp:category/>
</cp:coreProperties>
</file>